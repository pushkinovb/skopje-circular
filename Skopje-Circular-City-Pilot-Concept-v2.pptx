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mk-M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307"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presentation adapts the Skopje Circular website and supplied interface prototype. The website describes a demonstration proposal, not a public municipal service. It states that there is no active collection service, processing plant or project heat network. Energy recovery is framed as a possible future route for residual waste after prevention, reuse and recycling. Source: https://skopje-circular.vercel.app/.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sequence follows the Skopje Circular website's stated order: verify recycling information, keep materials in circulation, and consider energy only for residual waste. It is a proposed pathway, not an operating service. The website says no collection service, plant or project heating network exists within the project. Source: https://skopje-circular.vercel.app/workflow and https://skopje-circular.vercel.app/.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user-supplied HTML prototype separates bin material type by marker fill and fullness by ring (empty, half full, full). It filters paper, plastic and glass, offers a route to a nearby not-full bin, and allows a user to report fullness. In the supplied code, BINS is loaded from a generated local bins.js file, REPORT_API is null, and reports are stored in the user's browser. The website's /map page currently states that no verified places have been entered and shows zero places. This slide therefore uses a schematic interface and makes no claim about live bin locations or service. Sources: https://skopje-circular.vercel.app/map and the user-supplied Skopje Bins HTML prototype.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supplied interface routes a resident toward a nearby not-full bin of a selected material type. It does not implement municipal fleet dispatch or collection scheduling. This slide shows engineering questions for a possible future pilot. The original brief named Einride as a technology reference, but no vehicle, loader, contract, route or Skopje deployment is confirmed. See https://www.einride.tech/autonomous and the project status at https://skopje-circular.vercel.app/workflow.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Skopje Circular map page currently reports zero verified locations and says no checked places have been entered. The supplied HTML prototype loads a local generated bins.js file. It sets REPORT_API to null and saves fullness reports in browser localStorage. It can request user location for a walking route, which depends on user permission and an external route service. A public pilot needs a maintained location inventory, server-side data handling, freshness rules, a correction path and clear privacy and accessibility decisions. Sources: https://skopje-circular.vercel.app/map and the user-supplied Skopje Bins HTML prototype.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website's stated hierarchy is to recycle first and consider energy recovery only for the remaining waste. It says the project has no active plant. The flow here is conceptual and requires local waste characterization, a mass and energy balance, recycling capacity, emissions-control design, environmental assessment, permits and offtake assumptions. The original brief named MARTIN reverse-acting grate technology as one possible supplier reference, not a selected project system. Sources: https://skopje-circular.vercel.app/workflow and https://www.martingmbh.de/en/technologies-2.html.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an illustrative energy diagram, not a surveyed route or confirmed connection. North Macedonia's Energy Regulatory Commission lists regulated heat production, distribution and supply entities operating in Skopje (https://www.erc.org.mk/page_en.aspx?id=316). ESM Distribution of Heat describes its network responsibilities (https://esm-distribucija.mk/). The Skopje Circular website states that there is no project heat network or plant. Any heat source, operator connection, temperatures, capacity, storage and customer demand require confirmation through engineering and commercial studies. No specific tie-in or output is assumed.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original brief cited 95%+ landfill diversion, carbon reduction and energy autonomy, but no Skopje data or project calculations were supplied. These values are not presented as current results or commitments. A feasibility study should establish waste composition, tonnage, material recovery, rejects, emissions, displaced energy, and heat or electricity availability before making such claims. The website currently describes a demo proposal. Source: https://skopje-circular.vercel.app/.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Indicative sequence built around the current Skopje Circular demo and the possibility of a future pilot. No costs, dates, approval, service operator or network integration has been confirmed. Refine the scope with the municipality, recycling partners, permitting authorities and heat or electricity network operators. Sources: https://skopje-circular.vercel.app/ and https://skopje-circular.vercel.app/map.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proposed next step is to nominate a municipal sponsor, verify recycling-location information with local partners, and agree a small user-facing pilot scope. The current website calls this a demo proposal and states there is no active collection service, plant or project heat network. Source: https://skopje-circular.vercel.app/.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37FA341-5CFA-4D5F-94F4-93548B1292E4}"/>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CBD9FDE0-ACD9-48F5-A842-CDB6B72DA26B}"/>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EFABD970-3A97-409C-ABDD-B9A588BC09B1}"/>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8625D25-821B-42EA-9E4B-5367A8491FF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09DC134A-415E-4BC7-87FB-9BBCE8A93F34}"/>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9D8F05AA-8AE8-4F0F-AC9E-01794B993C7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9BFEF0DA-06F5-4B47-A812-165FDA9C1281}"/>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19732AF1-1DE9-4162-B400-325FF2B26A5D}"/>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A95BD9F-1D54-4F7F-8D0A-11A4A62519E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6AD8605A-B815-4DC9-9846-3E4F41FE8AA0}"/>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4EC"/>
        </a:solidFill>
        <a:effectLst/>
      </p:bgPr>
    </p:bg>
    <p:spTree>
      <p:nvGrpSpPr>
        <p:cNvPr id="1" name=""/>
        <p:cNvGrpSpPr/>
        <p:nvPr/>
      </p:nvGrpSpPr>
      <p:grpSpPr>
        <a:xfrm>
          <a:off x="0" y="0"/>
          <a:ext cx="0" cy="0"/>
          <a:chOff x="0" y="0"/>
          <a:chExt cx="0" cy="0"/>
        </a:xfrm>
      </p:grpSpPr>
      <p:sp>
        <p:nvSpPr>
          <p:cNvPr id="20" name="Oval 19">
            <a:extLst>
              <a:ext uri="{FF2B5EF4-FFF2-40B4-BE49-F238E27FC236}">
                <a16:creationId xmlns:a16="http://schemas.microsoft.com/office/drawing/2014/main" id="{082005E2-781D-4AAA-A1B5-FB4C8998491D}"/>
              </a:ext>
            </a:extLst>
          </p:cNvPr>
          <p:cNvSpPr>
            <a:spLocks noGrp="1"/>
          </p:cNvSpPr>
          <p:nvPr/>
        </p:nvSpPr>
        <p:spPr>
          <a:xfrm>
            <a:off x="762000" y="600075"/>
            <a:ext cx="438150" cy="438150"/>
          </a:xfrm>
          <a:prstGeom prst="ellipse">
            <a:avLst/>
          </a:prstGeom>
          <a:solidFill>
            <a:srgbClr val="1D4B3A"/>
          </a:solidFill>
          <a:ln w="0">
            <a:noFill/>
            <a:prstDash val="solid"/>
          </a:ln>
        </p:spPr>
      </p:sp>
      <p:sp>
        <p:nvSpPr>
          <p:cNvPr id="2" name="Rectangle 1">
            <a:extLst>
              <a:ext uri="{FF2B5EF4-FFF2-40B4-BE49-F238E27FC236}">
                <a16:creationId xmlns:a16="http://schemas.microsoft.com/office/drawing/2014/main" id="{3CCDCC97-1242-4F73-B1AC-0DD622B89ADF}"/>
              </a:ext>
            </a:extLst>
          </p:cNvPr>
          <p:cNvSpPr>
            <a:spLocks noGrp="1"/>
          </p:cNvSpPr>
          <p:nvPr/>
        </p:nvSpPr>
        <p:spPr>
          <a:xfrm>
            <a:off x="838200" y="647700"/>
            <a:ext cx="285750" cy="323850"/>
          </a:xfrm>
          <a:prstGeom prst="rect">
            <a:avLst/>
          </a:prstGeom>
          <a:noFill/>
          <a:ln w="0">
            <a:noFill/>
            <a:prstDash val="solid"/>
          </a:ln>
        </p:spPr>
        <p:txBody>
          <a:bodyPr wrap="square" lIns="0" tIns="0" rIns="0" bIns="0" anchor="ctr">
            <a:noAutofit/>
          </a:bodyPr>
          <a:lstStyle>
            <a:defPPr algn="ctr">
              <a:defRPr sz="2100" b="1" i="0">
                <a:solidFill>
                  <a:srgbClr val="FFFDF8"/>
                </a:solidFill>
                <a:latin typeface="Arial"/>
                <a:ea typeface="Arial"/>
                <a:cs typeface="Arial"/>
              </a:defRPr>
            </a:defPPr>
            <a:lvl1pPr algn="ctr">
              <a:defRPr sz="2100" b="1" i="0">
                <a:solidFill>
                  <a:srgbClr val="FFFDF8"/>
                </a:solidFill>
                <a:latin typeface="Arial"/>
                <a:ea typeface="Arial"/>
                <a:cs typeface="Arial"/>
              </a:defRPr>
            </a:lvl1pPr>
            <a:lvl2pPr algn="ctr">
              <a:defRPr sz="2100" b="1" i="0">
                <a:solidFill>
                  <a:srgbClr val="FFFDF8"/>
                </a:solidFill>
                <a:latin typeface="Arial"/>
                <a:ea typeface="Arial"/>
                <a:cs typeface="Arial"/>
              </a:defRPr>
            </a:lvl2pPr>
            <a:lvl3pPr algn="ctr">
              <a:defRPr sz="2100" b="1" i="0">
                <a:solidFill>
                  <a:srgbClr val="FFFDF8"/>
                </a:solidFill>
                <a:latin typeface="Arial"/>
                <a:ea typeface="Arial"/>
                <a:cs typeface="Arial"/>
              </a:defRPr>
            </a:lvl3pPr>
            <a:lvl4pPr algn="ctr">
              <a:defRPr sz="2100" b="1" i="0">
                <a:solidFill>
                  <a:srgbClr val="FFFDF8"/>
                </a:solidFill>
                <a:latin typeface="Arial"/>
                <a:ea typeface="Arial"/>
                <a:cs typeface="Arial"/>
              </a:defRPr>
            </a:lvl4pPr>
            <a:lvl5pPr algn="ctr">
              <a:defRPr sz="2100" b="1" i="0">
                <a:solidFill>
                  <a:srgbClr val="FFFDF8"/>
                </a:solidFill>
                <a:latin typeface="Arial"/>
                <a:ea typeface="Arial"/>
                <a:cs typeface="Arial"/>
              </a:defRPr>
            </a:lvl5pPr>
            <a:lvl6pPr algn="ctr">
              <a:defRPr sz="2100" b="1" i="0">
                <a:solidFill>
                  <a:srgbClr val="FFFDF8"/>
                </a:solidFill>
                <a:latin typeface="Arial"/>
                <a:ea typeface="Arial"/>
                <a:cs typeface="Arial"/>
              </a:defRPr>
            </a:lvl6pPr>
            <a:lvl7pPr algn="ctr">
              <a:defRPr sz="2100" b="1" i="0">
                <a:solidFill>
                  <a:srgbClr val="FFFDF8"/>
                </a:solidFill>
                <a:latin typeface="Arial"/>
                <a:ea typeface="Arial"/>
                <a:cs typeface="Arial"/>
              </a:defRPr>
            </a:lvl7pPr>
            <a:lvl8pPr algn="ctr">
              <a:defRPr sz="2100" b="1" i="0">
                <a:solidFill>
                  <a:srgbClr val="FFFDF8"/>
                </a:solidFill>
                <a:latin typeface="Arial"/>
                <a:ea typeface="Arial"/>
                <a:cs typeface="Arial"/>
              </a:defRPr>
            </a:lvl8pPr>
            <a:lvl9pPr algn="ctr">
              <a:defRPr sz="2100" b="1" i="0">
                <a:solidFill>
                  <a:srgbClr val="FFFDF8"/>
                </a:solidFill>
                <a:latin typeface="Arial"/>
                <a:ea typeface="Arial"/>
                <a:cs typeface="Arial"/>
              </a:defRPr>
            </a:lvl9pPr>
          </a:lstStyle>
          <a:p>
            <a:pPr algn="ctr">
              <a:defRPr sz="2100" b="1" i="0">
                <a:solidFill>
                  <a:srgbClr val="FFFDF8"/>
                </a:solidFill>
                <a:latin typeface="Arial"/>
                <a:ea typeface="Arial"/>
                <a:cs typeface="Arial"/>
              </a:defRPr>
            </a:pPr>
            <a:r>
              <a:rPr sz="2100" b="1" i="0">
                <a:solidFill>
                  <a:srgbClr val="FFFDF8"/>
                </a:solidFill>
                <a:latin typeface="Arial"/>
                <a:ea typeface="Arial"/>
                <a:cs typeface="Arial"/>
              </a:rPr>
              <a:t>↻</a:t>
            </a:r>
          </a:p>
        </p:txBody>
      </p:sp>
      <p:sp>
        <p:nvSpPr>
          <p:cNvPr id="3" name="Rectangle 2">
            <a:extLst>
              <a:ext uri="{FF2B5EF4-FFF2-40B4-BE49-F238E27FC236}">
                <a16:creationId xmlns:a16="http://schemas.microsoft.com/office/drawing/2014/main" id="{31745DA9-4E6D-4854-97D5-F5F6B5CE9E72}"/>
              </a:ext>
            </a:extLst>
          </p:cNvPr>
          <p:cNvSpPr>
            <a:spLocks noGrp="1"/>
          </p:cNvSpPr>
          <p:nvPr/>
        </p:nvSpPr>
        <p:spPr>
          <a:xfrm>
            <a:off x="1352550" y="695325"/>
            <a:ext cx="4191000" cy="266700"/>
          </a:xfrm>
          <a:prstGeom prst="rect">
            <a:avLst/>
          </a:prstGeom>
          <a:noFill/>
          <a:ln w="0">
            <a:noFill/>
            <a:prstDash val="solid"/>
          </a:ln>
        </p:spPr>
        <p:txBody>
          <a:bodyPr wrap="square" lIns="0" tIns="0" rIns="0" bIns="0" anchor="t">
            <a:noAutofit/>
          </a:bodyPr>
          <a:lstStyle>
            <a:defPPr algn="l">
              <a:defRPr sz="1350" b="1" i="0">
                <a:solidFill>
                  <a:srgbClr val="17231D"/>
                </a:solidFill>
                <a:latin typeface="Arial"/>
                <a:ea typeface="Arial"/>
                <a:cs typeface="Arial"/>
              </a:defRPr>
            </a:defPPr>
            <a:lvl1pPr algn="l">
              <a:defRPr sz="1350" b="1" i="0">
                <a:solidFill>
                  <a:srgbClr val="17231D"/>
                </a:solidFill>
                <a:latin typeface="Arial"/>
                <a:ea typeface="Arial"/>
                <a:cs typeface="Arial"/>
              </a:defRPr>
            </a:lvl1pPr>
            <a:lvl2pPr algn="l">
              <a:defRPr sz="1350" b="1" i="0">
                <a:solidFill>
                  <a:srgbClr val="17231D"/>
                </a:solidFill>
                <a:latin typeface="Arial"/>
                <a:ea typeface="Arial"/>
                <a:cs typeface="Arial"/>
              </a:defRPr>
            </a:lvl2pPr>
            <a:lvl3pPr algn="l">
              <a:defRPr sz="1350" b="1" i="0">
                <a:solidFill>
                  <a:srgbClr val="17231D"/>
                </a:solidFill>
                <a:latin typeface="Arial"/>
                <a:ea typeface="Arial"/>
                <a:cs typeface="Arial"/>
              </a:defRPr>
            </a:lvl3pPr>
            <a:lvl4pPr algn="l">
              <a:defRPr sz="1350" b="1" i="0">
                <a:solidFill>
                  <a:srgbClr val="17231D"/>
                </a:solidFill>
                <a:latin typeface="Arial"/>
                <a:ea typeface="Arial"/>
                <a:cs typeface="Arial"/>
              </a:defRPr>
            </a:lvl4pPr>
            <a:lvl5pPr algn="l">
              <a:defRPr sz="1350" b="1" i="0">
                <a:solidFill>
                  <a:srgbClr val="17231D"/>
                </a:solidFill>
                <a:latin typeface="Arial"/>
                <a:ea typeface="Arial"/>
                <a:cs typeface="Arial"/>
              </a:defRPr>
            </a:lvl5pPr>
            <a:lvl6pPr algn="l">
              <a:defRPr sz="1350" b="1" i="0">
                <a:solidFill>
                  <a:srgbClr val="17231D"/>
                </a:solidFill>
                <a:latin typeface="Arial"/>
                <a:ea typeface="Arial"/>
                <a:cs typeface="Arial"/>
              </a:defRPr>
            </a:lvl6pPr>
            <a:lvl7pPr algn="l">
              <a:defRPr sz="1350" b="1" i="0">
                <a:solidFill>
                  <a:srgbClr val="17231D"/>
                </a:solidFill>
                <a:latin typeface="Arial"/>
                <a:ea typeface="Arial"/>
                <a:cs typeface="Arial"/>
              </a:defRPr>
            </a:lvl7pPr>
            <a:lvl8pPr algn="l">
              <a:defRPr sz="1350" b="1" i="0">
                <a:solidFill>
                  <a:srgbClr val="17231D"/>
                </a:solidFill>
                <a:latin typeface="Arial"/>
                <a:ea typeface="Arial"/>
                <a:cs typeface="Arial"/>
              </a:defRPr>
            </a:lvl8pPr>
            <a:lvl9pPr algn="l">
              <a:defRPr sz="1350" b="1" i="0">
                <a:solidFill>
                  <a:srgbClr val="17231D"/>
                </a:solidFill>
                <a:latin typeface="Arial"/>
                <a:ea typeface="Arial"/>
                <a:cs typeface="Arial"/>
              </a:defRPr>
            </a:lvl9pPr>
          </a:lstStyle>
          <a:p>
            <a:pPr algn="l">
              <a:defRPr sz="1350" b="1" i="0">
                <a:solidFill>
                  <a:srgbClr val="17231D"/>
                </a:solidFill>
                <a:latin typeface="Arial"/>
                <a:ea typeface="Arial"/>
                <a:cs typeface="Arial"/>
              </a:defRPr>
            </a:pPr>
            <a:r>
              <a:rPr sz="1350" b="1" i="0">
                <a:solidFill>
                  <a:srgbClr val="17231D"/>
                </a:solidFill>
                <a:latin typeface="Arial"/>
                <a:ea typeface="Arial"/>
                <a:cs typeface="Arial"/>
              </a:rPr>
              <a:t>SKOPJE CIRCULAR</a:t>
            </a:r>
          </a:p>
        </p:txBody>
      </p:sp>
      <p:sp>
        <p:nvSpPr>
          <p:cNvPr id="4" name="Rectangle 3">
            <a:extLst>
              <a:ext uri="{FF2B5EF4-FFF2-40B4-BE49-F238E27FC236}">
                <a16:creationId xmlns:a16="http://schemas.microsoft.com/office/drawing/2014/main" id="{F3183AFA-22BD-49F8-B46E-6F6163174AA5}"/>
              </a:ext>
            </a:extLst>
          </p:cNvPr>
          <p:cNvSpPr>
            <a:spLocks noGrp="1"/>
          </p:cNvSpPr>
          <p:nvPr/>
        </p:nvSpPr>
        <p:spPr>
          <a:xfrm>
            <a:off x="742950" y="1524000"/>
            <a:ext cx="6115050" cy="1657350"/>
          </a:xfrm>
          <a:prstGeom prst="rect">
            <a:avLst/>
          </a:prstGeom>
          <a:noFill/>
          <a:ln w="0">
            <a:noFill/>
            <a:prstDash val="solid"/>
          </a:ln>
        </p:spPr>
        <p:txBody>
          <a:bodyPr wrap="square" lIns="0" tIns="0" rIns="0" bIns="0" anchor="t">
            <a:noAutofit/>
          </a:bodyPr>
          <a:lstStyle>
            <a:defPPr algn="l">
              <a:defRPr sz="4200" b="1" i="0">
                <a:solidFill>
                  <a:srgbClr val="17231D"/>
                </a:solidFill>
                <a:latin typeface="Arial"/>
                <a:ea typeface="Arial"/>
                <a:cs typeface="Arial"/>
              </a:defRPr>
            </a:defPPr>
            <a:lvl1pPr algn="l">
              <a:defRPr sz="4200" b="1" i="0">
                <a:solidFill>
                  <a:srgbClr val="17231D"/>
                </a:solidFill>
                <a:latin typeface="Arial"/>
                <a:ea typeface="Arial"/>
                <a:cs typeface="Arial"/>
              </a:defRPr>
            </a:lvl1pPr>
            <a:lvl2pPr algn="l">
              <a:defRPr sz="4200" b="1" i="0">
                <a:solidFill>
                  <a:srgbClr val="17231D"/>
                </a:solidFill>
                <a:latin typeface="Arial"/>
                <a:ea typeface="Arial"/>
                <a:cs typeface="Arial"/>
              </a:defRPr>
            </a:lvl2pPr>
            <a:lvl3pPr algn="l">
              <a:defRPr sz="4200" b="1" i="0">
                <a:solidFill>
                  <a:srgbClr val="17231D"/>
                </a:solidFill>
                <a:latin typeface="Arial"/>
                <a:ea typeface="Arial"/>
                <a:cs typeface="Arial"/>
              </a:defRPr>
            </a:lvl3pPr>
            <a:lvl4pPr algn="l">
              <a:defRPr sz="4200" b="1" i="0">
                <a:solidFill>
                  <a:srgbClr val="17231D"/>
                </a:solidFill>
                <a:latin typeface="Arial"/>
                <a:ea typeface="Arial"/>
                <a:cs typeface="Arial"/>
              </a:defRPr>
            </a:lvl4pPr>
            <a:lvl5pPr algn="l">
              <a:defRPr sz="4200" b="1" i="0">
                <a:solidFill>
                  <a:srgbClr val="17231D"/>
                </a:solidFill>
                <a:latin typeface="Arial"/>
                <a:ea typeface="Arial"/>
                <a:cs typeface="Arial"/>
              </a:defRPr>
            </a:lvl5pPr>
            <a:lvl6pPr algn="l">
              <a:defRPr sz="4200" b="1" i="0">
                <a:solidFill>
                  <a:srgbClr val="17231D"/>
                </a:solidFill>
                <a:latin typeface="Arial"/>
                <a:ea typeface="Arial"/>
                <a:cs typeface="Arial"/>
              </a:defRPr>
            </a:lvl6pPr>
            <a:lvl7pPr algn="l">
              <a:defRPr sz="4200" b="1" i="0">
                <a:solidFill>
                  <a:srgbClr val="17231D"/>
                </a:solidFill>
                <a:latin typeface="Arial"/>
                <a:ea typeface="Arial"/>
                <a:cs typeface="Arial"/>
              </a:defRPr>
            </a:lvl7pPr>
            <a:lvl8pPr algn="l">
              <a:defRPr sz="4200" b="1" i="0">
                <a:solidFill>
                  <a:srgbClr val="17231D"/>
                </a:solidFill>
                <a:latin typeface="Arial"/>
                <a:ea typeface="Arial"/>
                <a:cs typeface="Arial"/>
              </a:defRPr>
            </a:lvl8pPr>
            <a:lvl9pPr algn="l">
              <a:defRPr sz="4200" b="1" i="0">
                <a:solidFill>
                  <a:srgbClr val="17231D"/>
                </a:solidFill>
                <a:latin typeface="Arial"/>
                <a:ea typeface="Arial"/>
                <a:cs typeface="Arial"/>
              </a:defRPr>
            </a:lvl9pPr>
          </a:lstStyle>
          <a:p>
            <a:pPr algn="l">
              <a:lnSpc>
                <a:spcPct val="96000"/>
              </a:lnSpc>
              <a:buNone/>
              <a:defRPr sz="4200" b="1" i="0">
                <a:solidFill>
                  <a:srgbClr val="17231D"/>
                </a:solidFill>
                <a:latin typeface="Arial"/>
                <a:ea typeface="Arial"/>
                <a:cs typeface="Arial"/>
              </a:defRPr>
            </a:pPr>
            <a:r>
              <a:rPr sz="4200" b="1" i="0">
                <a:solidFill>
                  <a:srgbClr val="17231D"/>
                </a:solidFill>
                <a:latin typeface="Arial"/>
                <a:ea typeface="Arial"/>
                <a:cs typeface="Arial"/>
              </a:rPr>
              <a:t>Waste in the city can</a:t>
            </a:r>
          </a:p>
          <a:p>
            <a:pPr algn="l">
              <a:lnSpc>
                <a:spcPct val="96000"/>
              </a:lnSpc>
              <a:buNone/>
              <a:defRPr sz="4200" b="1" i="0">
                <a:solidFill>
                  <a:srgbClr val="17231D"/>
                </a:solidFill>
                <a:latin typeface="Arial"/>
                <a:ea typeface="Arial"/>
                <a:cs typeface="Arial"/>
              </a:defRPr>
            </a:pPr>
            <a:r>
              <a:rPr sz="4200" b="1" i="0">
                <a:solidFill>
                  <a:srgbClr val="17231D"/>
                </a:solidFill>
                <a:latin typeface="Arial"/>
                <a:ea typeface="Arial"/>
                <a:cs typeface="Arial"/>
              </a:rPr>
              <a:t>become heat for the city.</a:t>
            </a:r>
          </a:p>
        </p:txBody>
      </p:sp>
      <p:sp>
        <p:nvSpPr>
          <p:cNvPr id="5" name="Rectangle 4">
            <a:extLst>
              <a:ext uri="{FF2B5EF4-FFF2-40B4-BE49-F238E27FC236}">
                <a16:creationId xmlns:a16="http://schemas.microsoft.com/office/drawing/2014/main" id="{CFBBE206-67AF-4069-B880-11CD24BC5E2C}"/>
              </a:ext>
            </a:extLst>
          </p:cNvPr>
          <p:cNvSpPr>
            <a:spLocks noGrp="1"/>
          </p:cNvSpPr>
          <p:nvPr/>
        </p:nvSpPr>
        <p:spPr>
          <a:xfrm>
            <a:off x="781050" y="3505200"/>
            <a:ext cx="5257800" cy="838200"/>
          </a:xfrm>
          <a:prstGeom prst="rect">
            <a:avLst/>
          </a:prstGeom>
          <a:noFill/>
          <a:ln w="0">
            <a:noFill/>
            <a:prstDash val="solid"/>
          </a:ln>
        </p:spPr>
        <p:txBody>
          <a:bodyPr wrap="square" lIns="0" tIns="0" rIns="0" bIns="0" anchor="t">
            <a:noAutofit/>
          </a:bodyPr>
          <a:lstStyle>
            <a:defPPr algn="l">
              <a:defRPr sz="1725" b="0" i="0">
                <a:solidFill>
                  <a:srgbClr val="4E5B53"/>
                </a:solidFill>
                <a:latin typeface="Arial"/>
                <a:ea typeface="Arial"/>
                <a:cs typeface="Arial"/>
              </a:defRPr>
            </a:defPPr>
            <a:lvl1pPr algn="l">
              <a:defRPr sz="1725" b="0" i="0">
                <a:solidFill>
                  <a:srgbClr val="4E5B53"/>
                </a:solidFill>
                <a:latin typeface="Arial"/>
                <a:ea typeface="Arial"/>
                <a:cs typeface="Arial"/>
              </a:defRPr>
            </a:lvl1pPr>
            <a:lvl2pPr algn="l">
              <a:defRPr sz="1725" b="0" i="0">
                <a:solidFill>
                  <a:srgbClr val="4E5B53"/>
                </a:solidFill>
                <a:latin typeface="Arial"/>
                <a:ea typeface="Arial"/>
                <a:cs typeface="Arial"/>
              </a:defRPr>
            </a:lvl2pPr>
            <a:lvl3pPr algn="l">
              <a:defRPr sz="1725" b="0" i="0">
                <a:solidFill>
                  <a:srgbClr val="4E5B53"/>
                </a:solidFill>
                <a:latin typeface="Arial"/>
                <a:ea typeface="Arial"/>
                <a:cs typeface="Arial"/>
              </a:defRPr>
            </a:lvl3pPr>
            <a:lvl4pPr algn="l">
              <a:defRPr sz="1725" b="0" i="0">
                <a:solidFill>
                  <a:srgbClr val="4E5B53"/>
                </a:solidFill>
                <a:latin typeface="Arial"/>
                <a:ea typeface="Arial"/>
                <a:cs typeface="Arial"/>
              </a:defRPr>
            </a:lvl4pPr>
            <a:lvl5pPr algn="l">
              <a:defRPr sz="1725" b="0" i="0">
                <a:solidFill>
                  <a:srgbClr val="4E5B53"/>
                </a:solidFill>
                <a:latin typeface="Arial"/>
                <a:ea typeface="Arial"/>
                <a:cs typeface="Arial"/>
              </a:defRPr>
            </a:lvl5pPr>
            <a:lvl6pPr algn="l">
              <a:defRPr sz="1725" b="0" i="0">
                <a:solidFill>
                  <a:srgbClr val="4E5B53"/>
                </a:solidFill>
                <a:latin typeface="Arial"/>
                <a:ea typeface="Arial"/>
                <a:cs typeface="Arial"/>
              </a:defRPr>
            </a:lvl6pPr>
            <a:lvl7pPr algn="l">
              <a:defRPr sz="1725" b="0" i="0">
                <a:solidFill>
                  <a:srgbClr val="4E5B53"/>
                </a:solidFill>
                <a:latin typeface="Arial"/>
                <a:ea typeface="Arial"/>
                <a:cs typeface="Arial"/>
              </a:defRPr>
            </a:lvl7pPr>
            <a:lvl8pPr algn="l">
              <a:defRPr sz="1725" b="0" i="0">
                <a:solidFill>
                  <a:srgbClr val="4E5B53"/>
                </a:solidFill>
                <a:latin typeface="Arial"/>
                <a:ea typeface="Arial"/>
                <a:cs typeface="Arial"/>
              </a:defRPr>
            </a:lvl8pPr>
            <a:lvl9pPr algn="l">
              <a:defRPr sz="1725" b="0" i="0">
                <a:solidFill>
                  <a:srgbClr val="4E5B53"/>
                </a:solidFill>
                <a:latin typeface="Arial"/>
                <a:ea typeface="Arial"/>
                <a:cs typeface="Arial"/>
              </a:defRPr>
            </a:lvl9pPr>
          </a:lstStyle>
          <a:p>
            <a:pPr algn="l">
              <a:defRPr sz="1725" b="0" i="0">
                <a:solidFill>
                  <a:srgbClr val="4E5B53"/>
                </a:solidFill>
                <a:latin typeface="Arial"/>
                <a:ea typeface="Arial"/>
                <a:cs typeface="Arial"/>
              </a:defRPr>
            </a:pPr>
            <a:r>
              <a:rPr sz="1725" b="0" i="0">
                <a:solidFill>
                  <a:srgbClr val="4E5B53"/>
                </a:solidFill>
                <a:latin typeface="Arial"/>
                <a:ea typeface="Arial"/>
                <a:cs typeface="Arial"/>
              </a:rPr>
              <a:t>A demo proposal for better sorting, verified recycling locations, and responsible use of residual waste in Skopje.</a:t>
            </a:r>
          </a:p>
        </p:txBody>
      </p:sp>
      <p:sp>
        <p:nvSpPr>
          <p:cNvPr id="6" name="Rectangle 5">
            <a:extLst>
              <a:ext uri="{FF2B5EF4-FFF2-40B4-BE49-F238E27FC236}">
                <a16:creationId xmlns:a16="http://schemas.microsoft.com/office/drawing/2014/main" id="{17A410D7-378E-4C34-B6BB-65BE98790140}"/>
              </a:ext>
            </a:extLst>
          </p:cNvPr>
          <p:cNvSpPr>
            <a:spLocks noGrp="1"/>
          </p:cNvSpPr>
          <p:nvPr/>
        </p:nvSpPr>
        <p:spPr>
          <a:xfrm>
            <a:off x="781050" y="4705350"/>
            <a:ext cx="685800" cy="38100"/>
          </a:xfrm>
          <a:prstGeom prst="rect">
            <a:avLst/>
          </a:prstGeom>
          <a:solidFill>
            <a:srgbClr val="1D4B3A"/>
          </a:solidFill>
          <a:ln w="0">
            <a:noFill/>
            <a:prstDash val="solid"/>
          </a:ln>
        </p:spPr>
      </p:sp>
      <p:sp>
        <p:nvSpPr>
          <p:cNvPr id="7" name="Rectangle 6">
            <a:extLst>
              <a:ext uri="{FF2B5EF4-FFF2-40B4-BE49-F238E27FC236}">
                <a16:creationId xmlns:a16="http://schemas.microsoft.com/office/drawing/2014/main" id="{757AF6F0-A3FF-4814-A6B3-833742F104EF}"/>
              </a:ext>
            </a:extLst>
          </p:cNvPr>
          <p:cNvSpPr>
            <a:spLocks noGrp="1"/>
          </p:cNvSpPr>
          <p:nvPr/>
        </p:nvSpPr>
        <p:spPr>
          <a:xfrm>
            <a:off x="781050" y="4953000"/>
            <a:ext cx="5810250" cy="247650"/>
          </a:xfrm>
          <a:prstGeom prst="rect">
            <a:avLst/>
          </a:prstGeom>
          <a:noFill/>
          <a:ln w="0">
            <a:noFill/>
            <a:prstDash val="solid"/>
          </a:ln>
        </p:spPr>
        <p:txBody>
          <a:bodyPr wrap="square" lIns="0" tIns="0" rIns="0" bIns="0" anchor="t">
            <a:noAutofit/>
          </a:bodyPr>
          <a:lstStyle>
            <a:defPPr algn="l">
              <a:defRPr sz="1050" b="1" i="0">
                <a:solidFill>
                  <a:srgbClr val="737B71"/>
                </a:solidFill>
                <a:latin typeface="Arial"/>
                <a:ea typeface="Arial"/>
                <a:cs typeface="Arial"/>
              </a:defRPr>
            </a:defPPr>
            <a:lvl1pPr algn="l">
              <a:defRPr sz="1050" b="1" i="0">
                <a:solidFill>
                  <a:srgbClr val="737B71"/>
                </a:solidFill>
                <a:latin typeface="Arial"/>
                <a:ea typeface="Arial"/>
                <a:cs typeface="Arial"/>
              </a:defRPr>
            </a:lvl1pPr>
            <a:lvl2pPr algn="l">
              <a:defRPr sz="1050" b="1" i="0">
                <a:solidFill>
                  <a:srgbClr val="737B71"/>
                </a:solidFill>
                <a:latin typeface="Arial"/>
                <a:ea typeface="Arial"/>
                <a:cs typeface="Arial"/>
              </a:defRPr>
            </a:lvl2pPr>
            <a:lvl3pPr algn="l">
              <a:defRPr sz="1050" b="1" i="0">
                <a:solidFill>
                  <a:srgbClr val="737B71"/>
                </a:solidFill>
                <a:latin typeface="Arial"/>
                <a:ea typeface="Arial"/>
                <a:cs typeface="Arial"/>
              </a:defRPr>
            </a:lvl3pPr>
            <a:lvl4pPr algn="l">
              <a:defRPr sz="1050" b="1" i="0">
                <a:solidFill>
                  <a:srgbClr val="737B71"/>
                </a:solidFill>
                <a:latin typeface="Arial"/>
                <a:ea typeface="Arial"/>
                <a:cs typeface="Arial"/>
              </a:defRPr>
            </a:lvl4pPr>
            <a:lvl5pPr algn="l">
              <a:defRPr sz="1050" b="1" i="0">
                <a:solidFill>
                  <a:srgbClr val="737B71"/>
                </a:solidFill>
                <a:latin typeface="Arial"/>
                <a:ea typeface="Arial"/>
                <a:cs typeface="Arial"/>
              </a:defRPr>
            </a:lvl5pPr>
            <a:lvl6pPr algn="l">
              <a:defRPr sz="1050" b="1" i="0">
                <a:solidFill>
                  <a:srgbClr val="737B71"/>
                </a:solidFill>
                <a:latin typeface="Arial"/>
                <a:ea typeface="Arial"/>
                <a:cs typeface="Arial"/>
              </a:defRPr>
            </a:lvl6pPr>
            <a:lvl7pPr algn="l">
              <a:defRPr sz="1050" b="1" i="0">
                <a:solidFill>
                  <a:srgbClr val="737B71"/>
                </a:solidFill>
                <a:latin typeface="Arial"/>
                <a:ea typeface="Arial"/>
                <a:cs typeface="Arial"/>
              </a:defRPr>
            </a:lvl7pPr>
            <a:lvl8pPr algn="l">
              <a:defRPr sz="1050" b="1" i="0">
                <a:solidFill>
                  <a:srgbClr val="737B71"/>
                </a:solidFill>
                <a:latin typeface="Arial"/>
                <a:ea typeface="Arial"/>
                <a:cs typeface="Arial"/>
              </a:defRPr>
            </a:lvl8pPr>
            <a:lvl9pPr algn="l">
              <a:defRPr sz="1050" b="1" i="0">
                <a:solidFill>
                  <a:srgbClr val="737B71"/>
                </a:solidFill>
                <a:latin typeface="Arial"/>
                <a:ea typeface="Arial"/>
                <a:cs typeface="Arial"/>
              </a:defRPr>
            </a:lvl9pPr>
          </a:lstStyle>
          <a:p>
            <a:pPr algn="l">
              <a:defRPr sz="1050" b="1" i="0">
                <a:solidFill>
                  <a:srgbClr val="737B71"/>
                </a:solidFill>
                <a:latin typeface="Arial"/>
                <a:ea typeface="Arial"/>
                <a:cs typeface="Arial"/>
              </a:defRPr>
            </a:pPr>
            <a:r>
              <a:rPr sz="1050" b="1" i="0">
                <a:solidFill>
                  <a:srgbClr val="737B71"/>
                </a:solidFill>
                <a:latin typeface="Arial"/>
                <a:ea typeface="Arial"/>
                <a:cs typeface="Arial"/>
              </a:rPr>
              <a:t>MUNICIPAL LEADERSHIP  ·  PROJECT PARTNERS  ·  INVESTORS</a:t>
            </a:r>
          </a:p>
        </p:txBody>
      </p:sp>
      <p:sp>
        <p:nvSpPr>
          <p:cNvPr id="8" name="Rectangle 7">
            <a:extLst>
              <a:ext uri="{FF2B5EF4-FFF2-40B4-BE49-F238E27FC236}">
                <a16:creationId xmlns:a16="http://schemas.microsoft.com/office/drawing/2014/main" id="{21954E58-EA7C-47B3-91E4-B1B8AA568044}"/>
              </a:ext>
            </a:extLst>
          </p:cNvPr>
          <p:cNvSpPr>
            <a:spLocks noGrp="1"/>
          </p:cNvSpPr>
          <p:nvPr/>
        </p:nvSpPr>
        <p:spPr>
          <a:xfrm>
            <a:off x="781050" y="6134100"/>
            <a:ext cx="6096000" cy="209550"/>
          </a:xfrm>
          <a:prstGeom prst="rect">
            <a:avLst/>
          </a:prstGeom>
          <a:noFill/>
          <a:ln w="0">
            <a:noFill/>
            <a:prstDash val="solid"/>
          </a:ln>
        </p:spPr>
        <p:txBody>
          <a:bodyPr wrap="square" lIns="0" tIns="0" rIns="0" bIns="0" anchor="t">
            <a:noAutofit/>
          </a:bodyPr>
          <a:lstStyle>
            <a:defPPr algn="l">
              <a:defRPr sz="1050" b="0" i="0">
                <a:solidFill>
                  <a:srgbClr val="737B71"/>
                </a:solidFill>
                <a:latin typeface="Arial"/>
                <a:ea typeface="Arial"/>
                <a:cs typeface="Arial"/>
              </a:defRPr>
            </a:defPPr>
            <a:lvl1pPr algn="l">
              <a:defRPr sz="1050" b="0" i="0">
                <a:solidFill>
                  <a:srgbClr val="737B71"/>
                </a:solidFill>
                <a:latin typeface="Arial"/>
                <a:ea typeface="Arial"/>
                <a:cs typeface="Arial"/>
              </a:defRPr>
            </a:lvl1pPr>
            <a:lvl2pPr algn="l">
              <a:defRPr sz="1050" b="0" i="0">
                <a:solidFill>
                  <a:srgbClr val="737B71"/>
                </a:solidFill>
                <a:latin typeface="Arial"/>
                <a:ea typeface="Arial"/>
                <a:cs typeface="Arial"/>
              </a:defRPr>
            </a:lvl2pPr>
            <a:lvl3pPr algn="l">
              <a:defRPr sz="1050" b="0" i="0">
                <a:solidFill>
                  <a:srgbClr val="737B71"/>
                </a:solidFill>
                <a:latin typeface="Arial"/>
                <a:ea typeface="Arial"/>
                <a:cs typeface="Arial"/>
              </a:defRPr>
            </a:lvl3pPr>
            <a:lvl4pPr algn="l">
              <a:defRPr sz="1050" b="0" i="0">
                <a:solidFill>
                  <a:srgbClr val="737B71"/>
                </a:solidFill>
                <a:latin typeface="Arial"/>
                <a:ea typeface="Arial"/>
                <a:cs typeface="Arial"/>
              </a:defRPr>
            </a:lvl4pPr>
            <a:lvl5pPr algn="l">
              <a:defRPr sz="1050" b="0" i="0">
                <a:solidFill>
                  <a:srgbClr val="737B71"/>
                </a:solidFill>
                <a:latin typeface="Arial"/>
                <a:ea typeface="Arial"/>
                <a:cs typeface="Arial"/>
              </a:defRPr>
            </a:lvl5pPr>
            <a:lvl6pPr algn="l">
              <a:defRPr sz="1050" b="0" i="0">
                <a:solidFill>
                  <a:srgbClr val="737B71"/>
                </a:solidFill>
                <a:latin typeface="Arial"/>
                <a:ea typeface="Arial"/>
                <a:cs typeface="Arial"/>
              </a:defRPr>
            </a:lvl6pPr>
            <a:lvl7pPr algn="l">
              <a:defRPr sz="1050" b="0" i="0">
                <a:solidFill>
                  <a:srgbClr val="737B71"/>
                </a:solidFill>
                <a:latin typeface="Arial"/>
                <a:ea typeface="Arial"/>
                <a:cs typeface="Arial"/>
              </a:defRPr>
            </a:lvl7pPr>
            <a:lvl8pPr algn="l">
              <a:defRPr sz="1050" b="0" i="0">
                <a:solidFill>
                  <a:srgbClr val="737B71"/>
                </a:solidFill>
                <a:latin typeface="Arial"/>
                <a:ea typeface="Arial"/>
                <a:cs typeface="Arial"/>
              </a:defRPr>
            </a:lvl8pPr>
            <a:lvl9pPr algn="l">
              <a:defRPr sz="1050" b="0" i="0">
                <a:solidFill>
                  <a:srgbClr val="737B71"/>
                </a:solidFill>
                <a:latin typeface="Arial"/>
                <a:ea typeface="Arial"/>
                <a:cs typeface="Arial"/>
              </a:defRPr>
            </a:lvl9pPr>
          </a:lstStyle>
          <a:p>
            <a:pPr algn="l">
              <a:defRPr sz="1050" b="0" i="0">
                <a:solidFill>
                  <a:srgbClr val="737B71"/>
                </a:solidFill>
                <a:latin typeface="Arial"/>
                <a:ea typeface="Arial"/>
                <a:cs typeface="Arial"/>
              </a:defRPr>
            </a:pPr>
            <a:r>
              <a:rPr sz="1050" b="0" i="0">
                <a:solidFill>
                  <a:srgbClr val="737B71"/>
                </a:solidFill>
                <a:latin typeface="Arial"/>
                <a:ea typeface="Arial"/>
                <a:cs typeface="Arial"/>
              </a:rPr>
              <a:t>DEMO PROPOSAL  ·  SKOPJE, NORTH MACEDONIA</a:t>
            </a:r>
          </a:p>
        </p:txBody>
      </p:sp>
      <p:sp>
        <p:nvSpPr>
          <p:cNvPr id="9" name="Rectangle 8">
            <a:extLst>
              <a:ext uri="{FF2B5EF4-FFF2-40B4-BE49-F238E27FC236}">
                <a16:creationId xmlns:a16="http://schemas.microsoft.com/office/drawing/2014/main" id="{775811BE-3EB3-432F-8B97-C9827F93B149}"/>
              </a:ext>
            </a:extLst>
          </p:cNvPr>
          <p:cNvSpPr>
            <a:spLocks noGrp="1"/>
          </p:cNvSpPr>
          <p:nvPr/>
        </p:nvSpPr>
        <p:spPr>
          <a:xfrm>
            <a:off x="7429500" y="990600"/>
            <a:ext cx="3714750" cy="228600"/>
          </a:xfrm>
          <a:prstGeom prst="rect">
            <a:avLst/>
          </a:prstGeom>
          <a:noFill/>
          <a:ln w="0">
            <a:noFill/>
            <a:prstDash val="solid"/>
          </a:ln>
        </p:spPr>
        <p:txBody>
          <a:bodyPr wrap="square" lIns="0" tIns="0" rIns="0" bIns="0" anchor="t">
            <a:noAutofit/>
          </a:bodyPr>
          <a:lstStyle>
            <a:defPPr algn="l">
              <a:defRPr sz="1125" b="1" i="0">
                <a:solidFill>
                  <a:srgbClr val="C48772"/>
                </a:solidFill>
                <a:latin typeface="Arial"/>
                <a:ea typeface="Arial"/>
                <a:cs typeface="Arial"/>
              </a:defRPr>
            </a:defPPr>
            <a:lvl1pPr algn="l">
              <a:defRPr sz="1125" b="1" i="0">
                <a:solidFill>
                  <a:srgbClr val="C48772"/>
                </a:solidFill>
                <a:latin typeface="Arial"/>
                <a:ea typeface="Arial"/>
                <a:cs typeface="Arial"/>
              </a:defRPr>
            </a:lvl1pPr>
            <a:lvl2pPr algn="l">
              <a:defRPr sz="1125" b="1" i="0">
                <a:solidFill>
                  <a:srgbClr val="C48772"/>
                </a:solidFill>
                <a:latin typeface="Arial"/>
                <a:ea typeface="Arial"/>
                <a:cs typeface="Arial"/>
              </a:defRPr>
            </a:lvl2pPr>
            <a:lvl3pPr algn="l">
              <a:defRPr sz="1125" b="1" i="0">
                <a:solidFill>
                  <a:srgbClr val="C48772"/>
                </a:solidFill>
                <a:latin typeface="Arial"/>
                <a:ea typeface="Arial"/>
                <a:cs typeface="Arial"/>
              </a:defRPr>
            </a:lvl3pPr>
            <a:lvl4pPr algn="l">
              <a:defRPr sz="1125" b="1" i="0">
                <a:solidFill>
                  <a:srgbClr val="C48772"/>
                </a:solidFill>
                <a:latin typeface="Arial"/>
                <a:ea typeface="Arial"/>
                <a:cs typeface="Arial"/>
              </a:defRPr>
            </a:lvl4pPr>
            <a:lvl5pPr algn="l">
              <a:defRPr sz="1125" b="1" i="0">
                <a:solidFill>
                  <a:srgbClr val="C48772"/>
                </a:solidFill>
                <a:latin typeface="Arial"/>
                <a:ea typeface="Arial"/>
                <a:cs typeface="Arial"/>
              </a:defRPr>
            </a:lvl5pPr>
            <a:lvl6pPr algn="l">
              <a:defRPr sz="1125" b="1" i="0">
                <a:solidFill>
                  <a:srgbClr val="C48772"/>
                </a:solidFill>
                <a:latin typeface="Arial"/>
                <a:ea typeface="Arial"/>
                <a:cs typeface="Arial"/>
              </a:defRPr>
            </a:lvl6pPr>
            <a:lvl7pPr algn="l">
              <a:defRPr sz="1125" b="1" i="0">
                <a:solidFill>
                  <a:srgbClr val="C48772"/>
                </a:solidFill>
                <a:latin typeface="Arial"/>
                <a:ea typeface="Arial"/>
                <a:cs typeface="Arial"/>
              </a:defRPr>
            </a:lvl7pPr>
            <a:lvl8pPr algn="l">
              <a:defRPr sz="1125" b="1" i="0">
                <a:solidFill>
                  <a:srgbClr val="C48772"/>
                </a:solidFill>
                <a:latin typeface="Arial"/>
                <a:ea typeface="Arial"/>
                <a:cs typeface="Arial"/>
              </a:defRPr>
            </a:lvl8pPr>
            <a:lvl9pPr algn="l">
              <a:defRPr sz="1125" b="1" i="0">
                <a:solidFill>
                  <a:srgbClr val="C48772"/>
                </a:solidFill>
                <a:latin typeface="Arial"/>
                <a:ea typeface="Arial"/>
                <a:cs typeface="Arial"/>
              </a:defRPr>
            </a:lvl9pPr>
          </a:lstStyle>
          <a:p>
            <a:pPr algn="l">
              <a:defRPr sz="1125" b="1" i="0">
                <a:solidFill>
                  <a:srgbClr val="C48772"/>
                </a:solidFill>
                <a:latin typeface="Arial"/>
                <a:ea typeface="Arial"/>
                <a:cs typeface="Arial"/>
              </a:defRPr>
            </a:pPr>
            <a:r>
              <a:rPr sz="1125" b="1" i="0">
                <a:solidFill>
                  <a:srgbClr val="C48772"/>
                </a:solidFill>
                <a:latin typeface="Arial"/>
                <a:ea typeface="Arial"/>
                <a:cs typeface="Arial"/>
              </a:rPr>
              <a:t>THE CIRCULAR PRIORITY</a:t>
            </a:r>
          </a:p>
        </p:txBody>
      </p:sp>
      <p:sp>
        <p:nvSpPr>
          <p:cNvPr id="10" name="Rectangle 9">
            <a:extLst>
              <a:ext uri="{FF2B5EF4-FFF2-40B4-BE49-F238E27FC236}">
                <a16:creationId xmlns:a16="http://schemas.microsoft.com/office/drawing/2014/main" id="{10B7C350-0622-401A-91A9-17B49E2D67B9}"/>
              </a:ext>
            </a:extLst>
          </p:cNvPr>
          <p:cNvSpPr>
            <a:spLocks noGrp="1"/>
          </p:cNvSpPr>
          <p:nvPr/>
        </p:nvSpPr>
        <p:spPr>
          <a:xfrm>
            <a:off x="7591425" y="1571625"/>
            <a:ext cx="19050" cy="3238500"/>
          </a:xfrm>
          <a:prstGeom prst="rect">
            <a:avLst/>
          </a:prstGeom>
          <a:solidFill>
            <a:srgbClr val="DDDED3"/>
          </a:solidFill>
          <a:ln w="0">
            <a:noFill/>
            <a:prstDash val="solid"/>
          </a:ln>
        </p:spPr>
      </p:sp>
      <p:sp>
        <p:nvSpPr>
          <p:cNvPr id="11" name="Oval 10">
            <a:extLst>
              <a:ext uri="{FF2B5EF4-FFF2-40B4-BE49-F238E27FC236}">
                <a16:creationId xmlns:a16="http://schemas.microsoft.com/office/drawing/2014/main" id="{8007B27A-3E16-464C-8ABD-F0D0D125580E}"/>
              </a:ext>
            </a:extLst>
          </p:cNvPr>
          <p:cNvSpPr>
            <a:spLocks noGrp="1"/>
          </p:cNvSpPr>
          <p:nvPr/>
        </p:nvSpPr>
        <p:spPr>
          <a:xfrm>
            <a:off x="7458075" y="1847850"/>
            <a:ext cx="285750" cy="285750"/>
          </a:xfrm>
          <a:prstGeom prst="ellipse">
            <a:avLst/>
          </a:prstGeom>
          <a:solidFill>
            <a:srgbClr val="1D4B3A"/>
          </a:solidFill>
          <a:ln w="0">
            <a:noFill/>
            <a:prstDash val="solid"/>
          </a:ln>
        </p:spPr>
      </p:sp>
      <p:sp>
        <p:nvSpPr>
          <p:cNvPr id="12" name="Rectangle 11">
            <a:extLst>
              <a:ext uri="{FF2B5EF4-FFF2-40B4-BE49-F238E27FC236}">
                <a16:creationId xmlns:a16="http://schemas.microsoft.com/office/drawing/2014/main" id="{663B55B3-C47E-42B7-83B8-DBCF1FEA8783}"/>
              </a:ext>
            </a:extLst>
          </p:cNvPr>
          <p:cNvSpPr>
            <a:spLocks noGrp="1"/>
          </p:cNvSpPr>
          <p:nvPr/>
        </p:nvSpPr>
        <p:spPr>
          <a:xfrm>
            <a:off x="7477125" y="1905000"/>
            <a:ext cx="247650" cy="171450"/>
          </a:xfrm>
          <a:prstGeom prst="rect">
            <a:avLst/>
          </a:prstGeom>
          <a:noFill/>
          <a:ln w="0">
            <a:noFill/>
            <a:prstDash val="solid"/>
          </a:ln>
        </p:spPr>
        <p:txBody>
          <a:bodyPr wrap="square" lIns="0" tIns="0" rIns="0" bIns="0" anchor="ctr">
            <a:noAutofit/>
          </a:bodyPr>
          <a:lstStyle>
            <a:defPPr algn="ctr">
              <a:defRPr sz="900" b="1" i="0">
                <a:solidFill>
                  <a:srgbClr val="FFFDF8"/>
                </a:solidFill>
                <a:latin typeface="Arial"/>
                <a:ea typeface="Arial"/>
                <a:cs typeface="Arial"/>
              </a:defRPr>
            </a:defPPr>
            <a:lvl1pPr algn="ctr">
              <a:defRPr sz="900" b="1" i="0">
                <a:solidFill>
                  <a:srgbClr val="FFFDF8"/>
                </a:solidFill>
                <a:latin typeface="Arial"/>
                <a:ea typeface="Arial"/>
                <a:cs typeface="Arial"/>
              </a:defRPr>
            </a:lvl1pPr>
            <a:lvl2pPr algn="ctr">
              <a:defRPr sz="900" b="1" i="0">
                <a:solidFill>
                  <a:srgbClr val="FFFDF8"/>
                </a:solidFill>
                <a:latin typeface="Arial"/>
                <a:ea typeface="Arial"/>
                <a:cs typeface="Arial"/>
              </a:defRPr>
            </a:lvl2pPr>
            <a:lvl3pPr algn="ctr">
              <a:defRPr sz="900" b="1" i="0">
                <a:solidFill>
                  <a:srgbClr val="FFFDF8"/>
                </a:solidFill>
                <a:latin typeface="Arial"/>
                <a:ea typeface="Arial"/>
                <a:cs typeface="Arial"/>
              </a:defRPr>
            </a:lvl3pPr>
            <a:lvl4pPr algn="ctr">
              <a:defRPr sz="900" b="1" i="0">
                <a:solidFill>
                  <a:srgbClr val="FFFDF8"/>
                </a:solidFill>
                <a:latin typeface="Arial"/>
                <a:ea typeface="Arial"/>
                <a:cs typeface="Arial"/>
              </a:defRPr>
            </a:lvl4pPr>
            <a:lvl5pPr algn="ctr">
              <a:defRPr sz="900" b="1" i="0">
                <a:solidFill>
                  <a:srgbClr val="FFFDF8"/>
                </a:solidFill>
                <a:latin typeface="Arial"/>
                <a:ea typeface="Arial"/>
                <a:cs typeface="Arial"/>
              </a:defRPr>
            </a:lvl5pPr>
            <a:lvl6pPr algn="ctr">
              <a:defRPr sz="900" b="1" i="0">
                <a:solidFill>
                  <a:srgbClr val="FFFDF8"/>
                </a:solidFill>
                <a:latin typeface="Arial"/>
                <a:ea typeface="Arial"/>
                <a:cs typeface="Arial"/>
              </a:defRPr>
            </a:lvl6pPr>
            <a:lvl7pPr algn="ctr">
              <a:defRPr sz="900" b="1" i="0">
                <a:solidFill>
                  <a:srgbClr val="FFFDF8"/>
                </a:solidFill>
                <a:latin typeface="Arial"/>
                <a:ea typeface="Arial"/>
                <a:cs typeface="Arial"/>
              </a:defRPr>
            </a:lvl7pPr>
            <a:lvl8pPr algn="ctr">
              <a:defRPr sz="900" b="1" i="0">
                <a:solidFill>
                  <a:srgbClr val="FFFDF8"/>
                </a:solidFill>
                <a:latin typeface="Arial"/>
                <a:ea typeface="Arial"/>
                <a:cs typeface="Arial"/>
              </a:defRPr>
            </a:lvl8pPr>
            <a:lvl9pPr algn="ctr">
              <a:defRPr sz="900" b="1" i="0">
                <a:solidFill>
                  <a:srgbClr val="FFFDF8"/>
                </a:solidFill>
                <a:latin typeface="Arial"/>
                <a:ea typeface="Arial"/>
                <a:cs typeface="Arial"/>
              </a:defRPr>
            </a:lvl9pPr>
          </a:lstStyle>
          <a:p>
            <a:pPr algn="ctr">
              <a:defRPr sz="900" b="1" i="0">
                <a:solidFill>
                  <a:srgbClr val="FFFDF8"/>
                </a:solidFill>
                <a:latin typeface="Arial"/>
                <a:ea typeface="Arial"/>
                <a:cs typeface="Arial"/>
              </a:defRPr>
            </a:pPr>
            <a:r>
              <a:rPr sz="900" b="1" i="0">
                <a:solidFill>
                  <a:srgbClr val="FFFDF8"/>
                </a:solidFill>
                <a:latin typeface="Arial"/>
                <a:ea typeface="Arial"/>
                <a:cs typeface="Arial"/>
              </a:rPr>
              <a:t>01</a:t>
            </a:r>
          </a:p>
        </p:txBody>
      </p:sp>
      <p:sp>
        <p:nvSpPr>
          <p:cNvPr id="13" name="Rectangle 12">
            <a:extLst>
              <a:ext uri="{FF2B5EF4-FFF2-40B4-BE49-F238E27FC236}">
                <a16:creationId xmlns:a16="http://schemas.microsoft.com/office/drawing/2014/main" id="{917CE0C1-6221-43BB-A806-A5CA78E4474C}"/>
              </a:ext>
            </a:extLst>
          </p:cNvPr>
          <p:cNvSpPr>
            <a:spLocks noGrp="1"/>
          </p:cNvSpPr>
          <p:nvPr/>
        </p:nvSpPr>
        <p:spPr>
          <a:xfrm>
            <a:off x="8058150" y="1809750"/>
            <a:ext cx="3162300" cy="571500"/>
          </a:xfrm>
          <a:prstGeom prst="rect">
            <a:avLst/>
          </a:prstGeom>
          <a:noFill/>
          <a:ln w="0">
            <a:noFill/>
            <a:prstDash val="solid"/>
          </a:ln>
        </p:spPr>
        <p:txBody>
          <a:bodyPr wrap="square" lIns="0" tIns="0" rIns="0" bIns="0" anchor="ctr">
            <a:noAutofit/>
          </a:bodyPr>
          <a:lstStyle>
            <a:defPPr algn="l">
              <a:defRPr sz="1875" b="1" i="0">
                <a:solidFill>
                  <a:srgbClr val="17231D"/>
                </a:solidFill>
                <a:latin typeface="Arial"/>
                <a:ea typeface="Arial"/>
                <a:cs typeface="Arial"/>
              </a:defRPr>
            </a:defPPr>
            <a:lvl1pPr algn="l">
              <a:defRPr sz="1875" b="1" i="0">
                <a:solidFill>
                  <a:srgbClr val="17231D"/>
                </a:solidFill>
                <a:latin typeface="Arial"/>
                <a:ea typeface="Arial"/>
                <a:cs typeface="Arial"/>
              </a:defRPr>
            </a:lvl1pPr>
            <a:lvl2pPr algn="l">
              <a:defRPr sz="1875" b="1" i="0">
                <a:solidFill>
                  <a:srgbClr val="17231D"/>
                </a:solidFill>
                <a:latin typeface="Arial"/>
                <a:ea typeface="Arial"/>
                <a:cs typeface="Arial"/>
              </a:defRPr>
            </a:lvl2pPr>
            <a:lvl3pPr algn="l">
              <a:defRPr sz="1875" b="1" i="0">
                <a:solidFill>
                  <a:srgbClr val="17231D"/>
                </a:solidFill>
                <a:latin typeface="Arial"/>
                <a:ea typeface="Arial"/>
                <a:cs typeface="Arial"/>
              </a:defRPr>
            </a:lvl3pPr>
            <a:lvl4pPr algn="l">
              <a:defRPr sz="1875" b="1" i="0">
                <a:solidFill>
                  <a:srgbClr val="17231D"/>
                </a:solidFill>
                <a:latin typeface="Arial"/>
                <a:ea typeface="Arial"/>
                <a:cs typeface="Arial"/>
              </a:defRPr>
            </a:lvl4pPr>
            <a:lvl5pPr algn="l">
              <a:defRPr sz="1875" b="1" i="0">
                <a:solidFill>
                  <a:srgbClr val="17231D"/>
                </a:solidFill>
                <a:latin typeface="Arial"/>
                <a:ea typeface="Arial"/>
                <a:cs typeface="Arial"/>
              </a:defRPr>
            </a:lvl5pPr>
            <a:lvl6pPr algn="l">
              <a:defRPr sz="1875" b="1" i="0">
                <a:solidFill>
                  <a:srgbClr val="17231D"/>
                </a:solidFill>
                <a:latin typeface="Arial"/>
                <a:ea typeface="Arial"/>
                <a:cs typeface="Arial"/>
              </a:defRPr>
            </a:lvl6pPr>
            <a:lvl7pPr algn="l">
              <a:defRPr sz="1875" b="1" i="0">
                <a:solidFill>
                  <a:srgbClr val="17231D"/>
                </a:solidFill>
                <a:latin typeface="Arial"/>
                <a:ea typeface="Arial"/>
                <a:cs typeface="Arial"/>
              </a:defRPr>
            </a:lvl7pPr>
            <a:lvl8pPr algn="l">
              <a:defRPr sz="1875" b="1" i="0">
                <a:solidFill>
                  <a:srgbClr val="17231D"/>
                </a:solidFill>
                <a:latin typeface="Arial"/>
                <a:ea typeface="Arial"/>
                <a:cs typeface="Arial"/>
              </a:defRPr>
            </a:lvl8pPr>
            <a:lvl9pPr algn="l">
              <a:defRPr sz="1875" b="1" i="0">
                <a:solidFill>
                  <a:srgbClr val="17231D"/>
                </a:solidFill>
                <a:latin typeface="Arial"/>
                <a:ea typeface="Arial"/>
                <a:cs typeface="Arial"/>
              </a:defRPr>
            </a:lvl9pPr>
          </a:lstStyle>
          <a:p>
            <a:pPr algn="l">
              <a:defRPr sz="1875" b="1" i="0">
                <a:solidFill>
                  <a:srgbClr val="17231D"/>
                </a:solidFill>
                <a:latin typeface="Arial"/>
                <a:ea typeface="Arial"/>
                <a:cs typeface="Arial"/>
              </a:defRPr>
            </a:pPr>
            <a:r>
              <a:rPr sz="1875" b="1" i="0">
                <a:solidFill>
                  <a:srgbClr val="17231D"/>
                </a:solidFill>
                <a:latin typeface="Arial"/>
                <a:ea typeface="Arial"/>
                <a:cs typeface="Arial"/>
              </a:rPr>
              <a:t>Find verified recycling points</a:t>
            </a:r>
          </a:p>
        </p:txBody>
      </p:sp>
      <p:sp>
        <p:nvSpPr>
          <p:cNvPr id="14" name="Oval 13">
            <a:extLst>
              <a:ext uri="{FF2B5EF4-FFF2-40B4-BE49-F238E27FC236}">
                <a16:creationId xmlns:a16="http://schemas.microsoft.com/office/drawing/2014/main" id="{5CF35B24-2462-4939-98CF-420811AEDD17}"/>
              </a:ext>
            </a:extLst>
          </p:cNvPr>
          <p:cNvSpPr>
            <a:spLocks noGrp="1"/>
          </p:cNvSpPr>
          <p:nvPr/>
        </p:nvSpPr>
        <p:spPr>
          <a:xfrm>
            <a:off x="7458075" y="3028950"/>
            <a:ext cx="285750" cy="285750"/>
          </a:xfrm>
          <a:prstGeom prst="ellipse">
            <a:avLst/>
          </a:prstGeom>
          <a:solidFill>
            <a:srgbClr val="82977F"/>
          </a:solidFill>
          <a:ln w="0">
            <a:noFill/>
            <a:prstDash val="solid"/>
          </a:ln>
        </p:spPr>
      </p:sp>
      <p:sp>
        <p:nvSpPr>
          <p:cNvPr id="15" name="Rectangle 14">
            <a:extLst>
              <a:ext uri="{FF2B5EF4-FFF2-40B4-BE49-F238E27FC236}">
                <a16:creationId xmlns:a16="http://schemas.microsoft.com/office/drawing/2014/main" id="{ACA0B617-87BD-4BF8-AC5B-31DC7CB65D14}"/>
              </a:ext>
            </a:extLst>
          </p:cNvPr>
          <p:cNvSpPr>
            <a:spLocks noGrp="1"/>
          </p:cNvSpPr>
          <p:nvPr/>
        </p:nvSpPr>
        <p:spPr>
          <a:xfrm>
            <a:off x="7477125" y="3086100"/>
            <a:ext cx="247650" cy="171450"/>
          </a:xfrm>
          <a:prstGeom prst="rect">
            <a:avLst/>
          </a:prstGeom>
          <a:noFill/>
          <a:ln w="0">
            <a:noFill/>
            <a:prstDash val="solid"/>
          </a:ln>
        </p:spPr>
        <p:txBody>
          <a:bodyPr wrap="square" lIns="0" tIns="0" rIns="0" bIns="0" anchor="ctr">
            <a:noAutofit/>
          </a:bodyPr>
          <a:lstStyle>
            <a:defPPr algn="ctr">
              <a:defRPr sz="900" b="1" i="0">
                <a:solidFill>
                  <a:srgbClr val="FFFDF8"/>
                </a:solidFill>
                <a:latin typeface="Arial"/>
                <a:ea typeface="Arial"/>
                <a:cs typeface="Arial"/>
              </a:defRPr>
            </a:defPPr>
            <a:lvl1pPr algn="ctr">
              <a:defRPr sz="900" b="1" i="0">
                <a:solidFill>
                  <a:srgbClr val="FFFDF8"/>
                </a:solidFill>
                <a:latin typeface="Arial"/>
                <a:ea typeface="Arial"/>
                <a:cs typeface="Arial"/>
              </a:defRPr>
            </a:lvl1pPr>
            <a:lvl2pPr algn="ctr">
              <a:defRPr sz="900" b="1" i="0">
                <a:solidFill>
                  <a:srgbClr val="FFFDF8"/>
                </a:solidFill>
                <a:latin typeface="Arial"/>
                <a:ea typeface="Arial"/>
                <a:cs typeface="Arial"/>
              </a:defRPr>
            </a:lvl2pPr>
            <a:lvl3pPr algn="ctr">
              <a:defRPr sz="900" b="1" i="0">
                <a:solidFill>
                  <a:srgbClr val="FFFDF8"/>
                </a:solidFill>
                <a:latin typeface="Arial"/>
                <a:ea typeface="Arial"/>
                <a:cs typeface="Arial"/>
              </a:defRPr>
            </a:lvl3pPr>
            <a:lvl4pPr algn="ctr">
              <a:defRPr sz="900" b="1" i="0">
                <a:solidFill>
                  <a:srgbClr val="FFFDF8"/>
                </a:solidFill>
                <a:latin typeface="Arial"/>
                <a:ea typeface="Arial"/>
                <a:cs typeface="Arial"/>
              </a:defRPr>
            </a:lvl4pPr>
            <a:lvl5pPr algn="ctr">
              <a:defRPr sz="900" b="1" i="0">
                <a:solidFill>
                  <a:srgbClr val="FFFDF8"/>
                </a:solidFill>
                <a:latin typeface="Arial"/>
                <a:ea typeface="Arial"/>
                <a:cs typeface="Arial"/>
              </a:defRPr>
            </a:lvl5pPr>
            <a:lvl6pPr algn="ctr">
              <a:defRPr sz="900" b="1" i="0">
                <a:solidFill>
                  <a:srgbClr val="FFFDF8"/>
                </a:solidFill>
                <a:latin typeface="Arial"/>
                <a:ea typeface="Arial"/>
                <a:cs typeface="Arial"/>
              </a:defRPr>
            </a:lvl6pPr>
            <a:lvl7pPr algn="ctr">
              <a:defRPr sz="900" b="1" i="0">
                <a:solidFill>
                  <a:srgbClr val="FFFDF8"/>
                </a:solidFill>
                <a:latin typeface="Arial"/>
                <a:ea typeface="Arial"/>
                <a:cs typeface="Arial"/>
              </a:defRPr>
            </a:lvl7pPr>
            <a:lvl8pPr algn="ctr">
              <a:defRPr sz="900" b="1" i="0">
                <a:solidFill>
                  <a:srgbClr val="FFFDF8"/>
                </a:solidFill>
                <a:latin typeface="Arial"/>
                <a:ea typeface="Arial"/>
                <a:cs typeface="Arial"/>
              </a:defRPr>
            </a:lvl8pPr>
            <a:lvl9pPr algn="ctr">
              <a:defRPr sz="900" b="1" i="0">
                <a:solidFill>
                  <a:srgbClr val="FFFDF8"/>
                </a:solidFill>
                <a:latin typeface="Arial"/>
                <a:ea typeface="Arial"/>
                <a:cs typeface="Arial"/>
              </a:defRPr>
            </a:lvl9pPr>
          </a:lstStyle>
          <a:p>
            <a:pPr algn="ctr">
              <a:defRPr sz="900" b="1" i="0">
                <a:solidFill>
                  <a:srgbClr val="FFFDF8"/>
                </a:solidFill>
                <a:latin typeface="Arial"/>
                <a:ea typeface="Arial"/>
                <a:cs typeface="Arial"/>
              </a:defRPr>
            </a:pPr>
            <a:r>
              <a:rPr sz="900" b="1" i="0">
                <a:solidFill>
                  <a:srgbClr val="FFFDF8"/>
                </a:solidFill>
                <a:latin typeface="Arial"/>
                <a:ea typeface="Arial"/>
                <a:cs typeface="Arial"/>
              </a:rPr>
              <a:t>02</a:t>
            </a:r>
          </a:p>
        </p:txBody>
      </p:sp>
      <p:sp>
        <p:nvSpPr>
          <p:cNvPr id="16" name="Rectangle 15">
            <a:extLst>
              <a:ext uri="{FF2B5EF4-FFF2-40B4-BE49-F238E27FC236}">
                <a16:creationId xmlns:a16="http://schemas.microsoft.com/office/drawing/2014/main" id="{ED7CEC73-90F4-4185-BE1C-BA4B5EC91DA7}"/>
              </a:ext>
            </a:extLst>
          </p:cNvPr>
          <p:cNvSpPr>
            <a:spLocks noGrp="1"/>
          </p:cNvSpPr>
          <p:nvPr/>
        </p:nvSpPr>
        <p:spPr>
          <a:xfrm>
            <a:off x="8058150" y="2990850"/>
            <a:ext cx="3162300" cy="571500"/>
          </a:xfrm>
          <a:prstGeom prst="rect">
            <a:avLst/>
          </a:prstGeom>
          <a:noFill/>
          <a:ln w="0">
            <a:noFill/>
            <a:prstDash val="solid"/>
          </a:ln>
        </p:spPr>
        <p:txBody>
          <a:bodyPr wrap="square" lIns="0" tIns="0" rIns="0" bIns="0" anchor="ctr">
            <a:noAutofit/>
          </a:bodyPr>
          <a:lstStyle>
            <a:defPPr algn="l">
              <a:defRPr sz="1875" b="1" i="0">
                <a:solidFill>
                  <a:srgbClr val="17231D"/>
                </a:solidFill>
                <a:latin typeface="Arial"/>
                <a:ea typeface="Arial"/>
                <a:cs typeface="Arial"/>
              </a:defRPr>
            </a:defPPr>
            <a:lvl1pPr algn="l">
              <a:defRPr sz="1875" b="1" i="0">
                <a:solidFill>
                  <a:srgbClr val="17231D"/>
                </a:solidFill>
                <a:latin typeface="Arial"/>
                <a:ea typeface="Arial"/>
                <a:cs typeface="Arial"/>
              </a:defRPr>
            </a:lvl1pPr>
            <a:lvl2pPr algn="l">
              <a:defRPr sz="1875" b="1" i="0">
                <a:solidFill>
                  <a:srgbClr val="17231D"/>
                </a:solidFill>
                <a:latin typeface="Arial"/>
                <a:ea typeface="Arial"/>
                <a:cs typeface="Arial"/>
              </a:defRPr>
            </a:lvl2pPr>
            <a:lvl3pPr algn="l">
              <a:defRPr sz="1875" b="1" i="0">
                <a:solidFill>
                  <a:srgbClr val="17231D"/>
                </a:solidFill>
                <a:latin typeface="Arial"/>
                <a:ea typeface="Arial"/>
                <a:cs typeface="Arial"/>
              </a:defRPr>
            </a:lvl3pPr>
            <a:lvl4pPr algn="l">
              <a:defRPr sz="1875" b="1" i="0">
                <a:solidFill>
                  <a:srgbClr val="17231D"/>
                </a:solidFill>
                <a:latin typeface="Arial"/>
                <a:ea typeface="Arial"/>
                <a:cs typeface="Arial"/>
              </a:defRPr>
            </a:lvl4pPr>
            <a:lvl5pPr algn="l">
              <a:defRPr sz="1875" b="1" i="0">
                <a:solidFill>
                  <a:srgbClr val="17231D"/>
                </a:solidFill>
                <a:latin typeface="Arial"/>
                <a:ea typeface="Arial"/>
                <a:cs typeface="Arial"/>
              </a:defRPr>
            </a:lvl5pPr>
            <a:lvl6pPr algn="l">
              <a:defRPr sz="1875" b="1" i="0">
                <a:solidFill>
                  <a:srgbClr val="17231D"/>
                </a:solidFill>
                <a:latin typeface="Arial"/>
                <a:ea typeface="Arial"/>
                <a:cs typeface="Arial"/>
              </a:defRPr>
            </a:lvl6pPr>
            <a:lvl7pPr algn="l">
              <a:defRPr sz="1875" b="1" i="0">
                <a:solidFill>
                  <a:srgbClr val="17231D"/>
                </a:solidFill>
                <a:latin typeface="Arial"/>
                <a:ea typeface="Arial"/>
                <a:cs typeface="Arial"/>
              </a:defRPr>
            </a:lvl7pPr>
            <a:lvl8pPr algn="l">
              <a:defRPr sz="1875" b="1" i="0">
                <a:solidFill>
                  <a:srgbClr val="17231D"/>
                </a:solidFill>
                <a:latin typeface="Arial"/>
                <a:ea typeface="Arial"/>
                <a:cs typeface="Arial"/>
              </a:defRPr>
            </a:lvl8pPr>
            <a:lvl9pPr algn="l">
              <a:defRPr sz="1875" b="1" i="0">
                <a:solidFill>
                  <a:srgbClr val="17231D"/>
                </a:solidFill>
                <a:latin typeface="Arial"/>
                <a:ea typeface="Arial"/>
                <a:cs typeface="Arial"/>
              </a:defRPr>
            </a:lvl9pPr>
          </a:lstStyle>
          <a:p>
            <a:pPr algn="l">
              <a:defRPr sz="1875" b="1" i="0">
                <a:solidFill>
                  <a:srgbClr val="17231D"/>
                </a:solidFill>
                <a:latin typeface="Arial"/>
                <a:ea typeface="Arial"/>
                <a:cs typeface="Arial"/>
              </a:defRPr>
            </a:pPr>
            <a:r>
              <a:rPr sz="1875" b="1" i="0">
                <a:solidFill>
                  <a:srgbClr val="17231D"/>
                </a:solidFill>
                <a:latin typeface="Arial"/>
                <a:ea typeface="Arial"/>
                <a:cs typeface="Arial"/>
              </a:rPr>
              <a:t>Keep useful materials in circulation</a:t>
            </a:r>
          </a:p>
        </p:txBody>
      </p:sp>
      <p:sp>
        <p:nvSpPr>
          <p:cNvPr id="17" name="Oval 16">
            <a:extLst>
              <a:ext uri="{FF2B5EF4-FFF2-40B4-BE49-F238E27FC236}">
                <a16:creationId xmlns:a16="http://schemas.microsoft.com/office/drawing/2014/main" id="{1EE24C70-BEAC-4B83-949B-4595383E960C}"/>
              </a:ext>
            </a:extLst>
          </p:cNvPr>
          <p:cNvSpPr>
            <a:spLocks noGrp="1"/>
          </p:cNvSpPr>
          <p:nvPr/>
        </p:nvSpPr>
        <p:spPr>
          <a:xfrm>
            <a:off x="7458075" y="4210050"/>
            <a:ext cx="285750" cy="285750"/>
          </a:xfrm>
          <a:prstGeom prst="ellipse">
            <a:avLst/>
          </a:prstGeom>
          <a:solidFill>
            <a:srgbClr val="D4AD78"/>
          </a:solidFill>
          <a:ln w="0">
            <a:noFill/>
            <a:prstDash val="solid"/>
          </a:ln>
        </p:spPr>
      </p:sp>
      <p:sp>
        <p:nvSpPr>
          <p:cNvPr id="18" name="Rectangle 17">
            <a:extLst>
              <a:ext uri="{FF2B5EF4-FFF2-40B4-BE49-F238E27FC236}">
                <a16:creationId xmlns:a16="http://schemas.microsoft.com/office/drawing/2014/main" id="{05E23C61-0D03-496E-90F2-ABEE0AAC41F6}"/>
              </a:ext>
            </a:extLst>
          </p:cNvPr>
          <p:cNvSpPr>
            <a:spLocks noGrp="1"/>
          </p:cNvSpPr>
          <p:nvPr/>
        </p:nvSpPr>
        <p:spPr>
          <a:xfrm>
            <a:off x="7477125" y="4267200"/>
            <a:ext cx="247650" cy="171450"/>
          </a:xfrm>
          <a:prstGeom prst="rect">
            <a:avLst/>
          </a:prstGeom>
          <a:noFill/>
          <a:ln w="0">
            <a:noFill/>
            <a:prstDash val="solid"/>
          </a:ln>
        </p:spPr>
        <p:txBody>
          <a:bodyPr wrap="square" lIns="0" tIns="0" rIns="0" bIns="0" anchor="ctr">
            <a:noAutofit/>
          </a:bodyPr>
          <a:lstStyle>
            <a:defPPr algn="ctr">
              <a:defRPr sz="900" b="1" i="0">
                <a:solidFill>
                  <a:srgbClr val="FFFDF8"/>
                </a:solidFill>
                <a:latin typeface="Arial"/>
                <a:ea typeface="Arial"/>
                <a:cs typeface="Arial"/>
              </a:defRPr>
            </a:defPPr>
            <a:lvl1pPr algn="ctr">
              <a:defRPr sz="900" b="1" i="0">
                <a:solidFill>
                  <a:srgbClr val="FFFDF8"/>
                </a:solidFill>
                <a:latin typeface="Arial"/>
                <a:ea typeface="Arial"/>
                <a:cs typeface="Arial"/>
              </a:defRPr>
            </a:lvl1pPr>
            <a:lvl2pPr algn="ctr">
              <a:defRPr sz="900" b="1" i="0">
                <a:solidFill>
                  <a:srgbClr val="FFFDF8"/>
                </a:solidFill>
                <a:latin typeface="Arial"/>
                <a:ea typeface="Arial"/>
                <a:cs typeface="Arial"/>
              </a:defRPr>
            </a:lvl2pPr>
            <a:lvl3pPr algn="ctr">
              <a:defRPr sz="900" b="1" i="0">
                <a:solidFill>
                  <a:srgbClr val="FFFDF8"/>
                </a:solidFill>
                <a:latin typeface="Arial"/>
                <a:ea typeface="Arial"/>
                <a:cs typeface="Arial"/>
              </a:defRPr>
            </a:lvl3pPr>
            <a:lvl4pPr algn="ctr">
              <a:defRPr sz="900" b="1" i="0">
                <a:solidFill>
                  <a:srgbClr val="FFFDF8"/>
                </a:solidFill>
                <a:latin typeface="Arial"/>
                <a:ea typeface="Arial"/>
                <a:cs typeface="Arial"/>
              </a:defRPr>
            </a:lvl4pPr>
            <a:lvl5pPr algn="ctr">
              <a:defRPr sz="900" b="1" i="0">
                <a:solidFill>
                  <a:srgbClr val="FFFDF8"/>
                </a:solidFill>
                <a:latin typeface="Arial"/>
                <a:ea typeface="Arial"/>
                <a:cs typeface="Arial"/>
              </a:defRPr>
            </a:lvl5pPr>
            <a:lvl6pPr algn="ctr">
              <a:defRPr sz="900" b="1" i="0">
                <a:solidFill>
                  <a:srgbClr val="FFFDF8"/>
                </a:solidFill>
                <a:latin typeface="Arial"/>
                <a:ea typeface="Arial"/>
                <a:cs typeface="Arial"/>
              </a:defRPr>
            </a:lvl6pPr>
            <a:lvl7pPr algn="ctr">
              <a:defRPr sz="900" b="1" i="0">
                <a:solidFill>
                  <a:srgbClr val="FFFDF8"/>
                </a:solidFill>
                <a:latin typeface="Arial"/>
                <a:ea typeface="Arial"/>
                <a:cs typeface="Arial"/>
              </a:defRPr>
            </a:lvl7pPr>
            <a:lvl8pPr algn="ctr">
              <a:defRPr sz="900" b="1" i="0">
                <a:solidFill>
                  <a:srgbClr val="FFFDF8"/>
                </a:solidFill>
                <a:latin typeface="Arial"/>
                <a:ea typeface="Arial"/>
                <a:cs typeface="Arial"/>
              </a:defRPr>
            </a:lvl8pPr>
            <a:lvl9pPr algn="ctr">
              <a:defRPr sz="900" b="1" i="0">
                <a:solidFill>
                  <a:srgbClr val="FFFDF8"/>
                </a:solidFill>
                <a:latin typeface="Arial"/>
                <a:ea typeface="Arial"/>
                <a:cs typeface="Arial"/>
              </a:defRPr>
            </a:lvl9pPr>
          </a:lstStyle>
          <a:p>
            <a:pPr algn="ctr">
              <a:defRPr sz="900" b="1" i="0">
                <a:solidFill>
                  <a:srgbClr val="FFFDF8"/>
                </a:solidFill>
                <a:latin typeface="Arial"/>
                <a:ea typeface="Arial"/>
                <a:cs typeface="Arial"/>
              </a:defRPr>
            </a:pPr>
            <a:r>
              <a:rPr sz="900" b="1" i="0">
                <a:solidFill>
                  <a:srgbClr val="FFFDF8"/>
                </a:solidFill>
                <a:latin typeface="Arial"/>
                <a:ea typeface="Arial"/>
                <a:cs typeface="Arial"/>
              </a:rPr>
              <a:t>03</a:t>
            </a:r>
          </a:p>
        </p:txBody>
      </p:sp>
      <p:sp>
        <p:nvSpPr>
          <p:cNvPr id="19" name="Rectangle 18">
            <a:extLst>
              <a:ext uri="{FF2B5EF4-FFF2-40B4-BE49-F238E27FC236}">
                <a16:creationId xmlns:a16="http://schemas.microsoft.com/office/drawing/2014/main" id="{ABE47F8F-2FD3-44CD-ABA8-0641EE18587C}"/>
              </a:ext>
            </a:extLst>
          </p:cNvPr>
          <p:cNvSpPr>
            <a:spLocks noGrp="1"/>
          </p:cNvSpPr>
          <p:nvPr/>
        </p:nvSpPr>
        <p:spPr>
          <a:xfrm>
            <a:off x="8058150" y="4171950"/>
            <a:ext cx="3162300" cy="571500"/>
          </a:xfrm>
          <a:prstGeom prst="rect">
            <a:avLst/>
          </a:prstGeom>
          <a:noFill/>
          <a:ln w="0">
            <a:noFill/>
            <a:prstDash val="solid"/>
          </a:ln>
        </p:spPr>
        <p:txBody>
          <a:bodyPr wrap="square" lIns="0" tIns="0" rIns="0" bIns="0" anchor="ctr">
            <a:noAutofit/>
          </a:bodyPr>
          <a:lstStyle>
            <a:defPPr algn="l">
              <a:defRPr sz="1875" b="1" i="0">
                <a:solidFill>
                  <a:srgbClr val="17231D"/>
                </a:solidFill>
                <a:latin typeface="Arial"/>
                <a:ea typeface="Arial"/>
                <a:cs typeface="Arial"/>
              </a:defRPr>
            </a:defPPr>
            <a:lvl1pPr algn="l">
              <a:defRPr sz="1875" b="1" i="0">
                <a:solidFill>
                  <a:srgbClr val="17231D"/>
                </a:solidFill>
                <a:latin typeface="Arial"/>
                <a:ea typeface="Arial"/>
                <a:cs typeface="Arial"/>
              </a:defRPr>
            </a:lvl1pPr>
            <a:lvl2pPr algn="l">
              <a:defRPr sz="1875" b="1" i="0">
                <a:solidFill>
                  <a:srgbClr val="17231D"/>
                </a:solidFill>
                <a:latin typeface="Arial"/>
                <a:ea typeface="Arial"/>
                <a:cs typeface="Arial"/>
              </a:defRPr>
            </a:lvl2pPr>
            <a:lvl3pPr algn="l">
              <a:defRPr sz="1875" b="1" i="0">
                <a:solidFill>
                  <a:srgbClr val="17231D"/>
                </a:solidFill>
                <a:latin typeface="Arial"/>
                <a:ea typeface="Arial"/>
                <a:cs typeface="Arial"/>
              </a:defRPr>
            </a:lvl3pPr>
            <a:lvl4pPr algn="l">
              <a:defRPr sz="1875" b="1" i="0">
                <a:solidFill>
                  <a:srgbClr val="17231D"/>
                </a:solidFill>
                <a:latin typeface="Arial"/>
                <a:ea typeface="Arial"/>
                <a:cs typeface="Arial"/>
              </a:defRPr>
            </a:lvl4pPr>
            <a:lvl5pPr algn="l">
              <a:defRPr sz="1875" b="1" i="0">
                <a:solidFill>
                  <a:srgbClr val="17231D"/>
                </a:solidFill>
                <a:latin typeface="Arial"/>
                <a:ea typeface="Arial"/>
                <a:cs typeface="Arial"/>
              </a:defRPr>
            </a:lvl5pPr>
            <a:lvl6pPr algn="l">
              <a:defRPr sz="1875" b="1" i="0">
                <a:solidFill>
                  <a:srgbClr val="17231D"/>
                </a:solidFill>
                <a:latin typeface="Arial"/>
                <a:ea typeface="Arial"/>
                <a:cs typeface="Arial"/>
              </a:defRPr>
            </a:lvl6pPr>
            <a:lvl7pPr algn="l">
              <a:defRPr sz="1875" b="1" i="0">
                <a:solidFill>
                  <a:srgbClr val="17231D"/>
                </a:solidFill>
                <a:latin typeface="Arial"/>
                <a:ea typeface="Arial"/>
                <a:cs typeface="Arial"/>
              </a:defRPr>
            </a:lvl7pPr>
            <a:lvl8pPr algn="l">
              <a:defRPr sz="1875" b="1" i="0">
                <a:solidFill>
                  <a:srgbClr val="17231D"/>
                </a:solidFill>
                <a:latin typeface="Arial"/>
                <a:ea typeface="Arial"/>
                <a:cs typeface="Arial"/>
              </a:defRPr>
            </a:lvl8pPr>
            <a:lvl9pPr algn="l">
              <a:defRPr sz="1875" b="1" i="0">
                <a:solidFill>
                  <a:srgbClr val="17231D"/>
                </a:solidFill>
                <a:latin typeface="Arial"/>
                <a:ea typeface="Arial"/>
                <a:cs typeface="Arial"/>
              </a:defRPr>
            </a:lvl9pPr>
          </a:lstStyle>
          <a:p>
            <a:pPr algn="l">
              <a:defRPr sz="1875" b="1" i="0">
                <a:solidFill>
                  <a:srgbClr val="17231D"/>
                </a:solidFill>
                <a:latin typeface="Arial"/>
                <a:ea typeface="Arial"/>
                <a:cs typeface="Arial"/>
              </a:defRPr>
            </a:pPr>
            <a:r>
              <a:rPr sz="1875" b="1" i="0">
                <a:solidFill>
                  <a:srgbClr val="17231D"/>
                </a:solidFill>
                <a:latin typeface="Arial"/>
                <a:ea typeface="Arial"/>
                <a:cs typeface="Arial"/>
              </a:rPr>
              <a:t>Assess energy from what remains</a:t>
            </a:r>
          </a:p>
        </p:txBody>
      </p:sp>
    </p:spTree>
    <p:extLst>
      <p:ext uri="{BB962C8B-B14F-4D97-AF65-F5344CB8AC3E}">
        <p14:creationId xmlns:p14="http://schemas.microsoft.com/office/powerpoint/2010/main" val="14092689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4EC"/>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6EB21639-3B99-42E1-ADDE-5B75C8234440}"/>
              </a:ext>
            </a:extLst>
          </p:cNvPr>
          <p:cNvSpPr>
            <a:spLocks noGrp="1"/>
          </p:cNvSpPr>
          <p:nvPr/>
        </p:nvSpPr>
        <p:spPr>
          <a:xfrm>
            <a:off x="723900" y="590550"/>
            <a:ext cx="10744200" cy="590550"/>
          </a:xfrm>
          <a:prstGeom prst="rect">
            <a:avLst/>
          </a:prstGeom>
          <a:noFill/>
          <a:ln w="0">
            <a:noFill/>
            <a:prstDash val="solid"/>
          </a:ln>
        </p:spPr>
        <p:txBody>
          <a:bodyPr wrap="square" lIns="0" tIns="0" rIns="0" bIns="0" anchor="t">
            <a:noAutofit/>
          </a:bodyPr>
          <a:lstStyle>
            <a:defPPr algn="l">
              <a:defRPr sz="3450" b="1" i="0">
                <a:solidFill>
                  <a:srgbClr val="17231D"/>
                </a:solidFill>
                <a:latin typeface="Arial"/>
                <a:ea typeface="Arial"/>
                <a:cs typeface="Arial"/>
              </a:defRPr>
            </a:defPPr>
            <a:lvl1pPr algn="l">
              <a:defRPr sz="3450" b="1" i="0">
                <a:solidFill>
                  <a:srgbClr val="17231D"/>
                </a:solidFill>
                <a:latin typeface="Arial"/>
                <a:ea typeface="Arial"/>
                <a:cs typeface="Arial"/>
              </a:defRPr>
            </a:lvl1pPr>
            <a:lvl2pPr algn="l">
              <a:defRPr sz="3450" b="1" i="0">
                <a:solidFill>
                  <a:srgbClr val="17231D"/>
                </a:solidFill>
                <a:latin typeface="Arial"/>
                <a:ea typeface="Arial"/>
                <a:cs typeface="Arial"/>
              </a:defRPr>
            </a:lvl2pPr>
            <a:lvl3pPr algn="l">
              <a:defRPr sz="3450" b="1" i="0">
                <a:solidFill>
                  <a:srgbClr val="17231D"/>
                </a:solidFill>
                <a:latin typeface="Arial"/>
                <a:ea typeface="Arial"/>
                <a:cs typeface="Arial"/>
              </a:defRPr>
            </a:lvl3pPr>
            <a:lvl4pPr algn="l">
              <a:defRPr sz="3450" b="1" i="0">
                <a:solidFill>
                  <a:srgbClr val="17231D"/>
                </a:solidFill>
                <a:latin typeface="Arial"/>
                <a:ea typeface="Arial"/>
                <a:cs typeface="Arial"/>
              </a:defRPr>
            </a:lvl4pPr>
            <a:lvl5pPr algn="l">
              <a:defRPr sz="3450" b="1" i="0">
                <a:solidFill>
                  <a:srgbClr val="17231D"/>
                </a:solidFill>
                <a:latin typeface="Arial"/>
                <a:ea typeface="Arial"/>
                <a:cs typeface="Arial"/>
              </a:defRPr>
            </a:lvl5pPr>
            <a:lvl6pPr algn="l">
              <a:defRPr sz="3450" b="1" i="0">
                <a:solidFill>
                  <a:srgbClr val="17231D"/>
                </a:solidFill>
                <a:latin typeface="Arial"/>
                <a:ea typeface="Arial"/>
                <a:cs typeface="Arial"/>
              </a:defRPr>
            </a:lvl6pPr>
            <a:lvl7pPr algn="l">
              <a:defRPr sz="3450" b="1" i="0">
                <a:solidFill>
                  <a:srgbClr val="17231D"/>
                </a:solidFill>
                <a:latin typeface="Arial"/>
                <a:ea typeface="Arial"/>
                <a:cs typeface="Arial"/>
              </a:defRPr>
            </a:lvl7pPr>
            <a:lvl8pPr algn="l">
              <a:defRPr sz="3450" b="1" i="0">
                <a:solidFill>
                  <a:srgbClr val="17231D"/>
                </a:solidFill>
                <a:latin typeface="Arial"/>
                <a:ea typeface="Arial"/>
                <a:cs typeface="Arial"/>
              </a:defRPr>
            </a:lvl8pPr>
            <a:lvl9pPr algn="l">
              <a:defRPr sz="3450" b="1" i="0">
                <a:solidFill>
                  <a:srgbClr val="17231D"/>
                </a:solidFill>
                <a:latin typeface="Arial"/>
                <a:ea typeface="Arial"/>
                <a:cs typeface="Arial"/>
              </a:defRPr>
            </a:lvl9pPr>
          </a:lstStyle>
          <a:p>
            <a:pPr algn="l">
              <a:defRPr sz="3450" b="1" i="0">
                <a:solidFill>
                  <a:srgbClr val="17231D"/>
                </a:solidFill>
                <a:latin typeface="Arial"/>
                <a:ea typeface="Arial"/>
                <a:cs typeface="Arial"/>
              </a:defRPr>
            </a:pPr>
            <a:r>
              <a:rPr sz="3450" b="1" i="0">
                <a:solidFill>
                  <a:srgbClr val="17231D"/>
                </a:solidFill>
                <a:latin typeface="Arial"/>
                <a:ea typeface="Arial"/>
                <a:cs typeface="Arial"/>
              </a:rPr>
              <a:t>The Skopje Circular model</a:t>
            </a:r>
          </a:p>
        </p:txBody>
      </p:sp>
      <p:sp>
        <p:nvSpPr>
          <p:cNvPr id="2" name="Rectangle 1">
            <a:extLst>
              <a:ext uri="{FF2B5EF4-FFF2-40B4-BE49-F238E27FC236}">
                <a16:creationId xmlns:a16="http://schemas.microsoft.com/office/drawing/2014/main" id="{26F6ED88-669C-4231-B1F4-2F29255CBBCC}"/>
              </a:ext>
            </a:extLst>
          </p:cNvPr>
          <p:cNvSpPr>
            <a:spLocks noGrp="1"/>
          </p:cNvSpPr>
          <p:nvPr/>
        </p:nvSpPr>
        <p:spPr>
          <a:xfrm>
            <a:off x="742950" y="1219200"/>
            <a:ext cx="10287000" cy="381000"/>
          </a:xfrm>
          <a:prstGeom prst="rect">
            <a:avLst/>
          </a:prstGeom>
          <a:noFill/>
          <a:ln w="0">
            <a:noFill/>
            <a:prstDash val="solid"/>
          </a:ln>
        </p:spPr>
        <p:txBody>
          <a:bodyPr wrap="square" lIns="0" tIns="0" rIns="0" bIns="0" anchor="t">
            <a:noAutofit/>
          </a:bodyPr>
          <a:lstStyle>
            <a:defPPr algn="l">
              <a:defRPr sz="1650" b="0" i="0">
                <a:solidFill>
                  <a:srgbClr val="4E5B53"/>
                </a:solidFill>
                <a:latin typeface="Arial"/>
                <a:ea typeface="Arial"/>
                <a:cs typeface="Arial"/>
              </a:defRPr>
            </a:defPPr>
            <a:lvl1pPr algn="l">
              <a:defRPr sz="1650" b="0" i="0">
                <a:solidFill>
                  <a:srgbClr val="4E5B53"/>
                </a:solidFill>
                <a:latin typeface="Arial"/>
                <a:ea typeface="Arial"/>
                <a:cs typeface="Arial"/>
              </a:defRPr>
            </a:lvl1pPr>
            <a:lvl2pPr algn="l">
              <a:defRPr sz="1650" b="0" i="0">
                <a:solidFill>
                  <a:srgbClr val="4E5B53"/>
                </a:solidFill>
                <a:latin typeface="Arial"/>
                <a:ea typeface="Arial"/>
                <a:cs typeface="Arial"/>
              </a:defRPr>
            </a:lvl2pPr>
            <a:lvl3pPr algn="l">
              <a:defRPr sz="1650" b="0" i="0">
                <a:solidFill>
                  <a:srgbClr val="4E5B53"/>
                </a:solidFill>
                <a:latin typeface="Arial"/>
                <a:ea typeface="Arial"/>
                <a:cs typeface="Arial"/>
              </a:defRPr>
            </a:lvl3pPr>
            <a:lvl4pPr algn="l">
              <a:defRPr sz="1650" b="0" i="0">
                <a:solidFill>
                  <a:srgbClr val="4E5B53"/>
                </a:solidFill>
                <a:latin typeface="Arial"/>
                <a:ea typeface="Arial"/>
                <a:cs typeface="Arial"/>
              </a:defRPr>
            </a:lvl4pPr>
            <a:lvl5pPr algn="l">
              <a:defRPr sz="1650" b="0" i="0">
                <a:solidFill>
                  <a:srgbClr val="4E5B53"/>
                </a:solidFill>
                <a:latin typeface="Arial"/>
                <a:ea typeface="Arial"/>
                <a:cs typeface="Arial"/>
              </a:defRPr>
            </a:lvl5pPr>
            <a:lvl6pPr algn="l">
              <a:defRPr sz="1650" b="0" i="0">
                <a:solidFill>
                  <a:srgbClr val="4E5B53"/>
                </a:solidFill>
                <a:latin typeface="Arial"/>
                <a:ea typeface="Arial"/>
                <a:cs typeface="Arial"/>
              </a:defRPr>
            </a:lvl6pPr>
            <a:lvl7pPr algn="l">
              <a:defRPr sz="1650" b="0" i="0">
                <a:solidFill>
                  <a:srgbClr val="4E5B53"/>
                </a:solidFill>
                <a:latin typeface="Arial"/>
                <a:ea typeface="Arial"/>
                <a:cs typeface="Arial"/>
              </a:defRPr>
            </a:lvl7pPr>
            <a:lvl8pPr algn="l">
              <a:defRPr sz="1650" b="0" i="0">
                <a:solidFill>
                  <a:srgbClr val="4E5B53"/>
                </a:solidFill>
                <a:latin typeface="Arial"/>
                <a:ea typeface="Arial"/>
                <a:cs typeface="Arial"/>
              </a:defRPr>
            </a:lvl8pPr>
            <a:lvl9pPr algn="l">
              <a:defRPr sz="1650" b="0" i="0">
                <a:solidFill>
                  <a:srgbClr val="4E5B53"/>
                </a:solidFill>
                <a:latin typeface="Arial"/>
                <a:ea typeface="Arial"/>
                <a:cs typeface="Arial"/>
              </a:defRPr>
            </a:lvl9pPr>
          </a:lstStyle>
          <a:p>
            <a:pPr algn="l">
              <a:defRPr sz="1650" b="0" i="0">
                <a:solidFill>
                  <a:srgbClr val="4E5B53"/>
                </a:solidFill>
                <a:latin typeface="Arial"/>
                <a:ea typeface="Arial"/>
                <a:cs typeface="Arial"/>
              </a:defRPr>
            </a:pPr>
            <a:r>
              <a:rPr sz="1650" b="0" i="0">
                <a:solidFill>
                  <a:srgbClr val="4E5B53"/>
                </a:solidFill>
                <a:latin typeface="Arial"/>
                <a:ea typeface="Arial"/>
                <a:cs typeface="Arial"/>
              </a:rPr>
              <a:t>Recycling comes first. Energy recovery is considered only for the residual fraction.</a:t>
            </a:r>
          </a:p>
        </p:txBody>
      </p:sp>
      <p:sp>
        <p:nvSpPr>
          <p:cNvPr id="3" name="Rectangle 2">
            <a:extLst>
              <a:ext uri="{FF2B5EF4-FFF2-40B4-BE49-F238E27FC236}">
                <a16:creationId xmlns:a16="http://schemas.microsoft.com/office/drawing/2014/main" id="{422E38D4-0B18-4333-8170-A838F53BADF4}"/>
              </a:ext>
            </a:extLst>
          </p:cNvPr>
          <p:cNvSpPr>
            <a:spLocks noGrp="1"/>
          </p:cNvSpPr>
          <p:nvPr/>
        </p:nvSpPr>
        <p:spPr>
          <a:xfrm>
            <a:off x="723900" y="1695450"/>
            <a:ext cx="10744200" cy="19050"/>
          </a:xfrm>
          <a:prstGeom prst="rect">
            <a:avLst/>
          </a:prstGeom>
          <a:solidFill>
            <a:srgbClr val="DDDED3"/>
          </a:solidFill>
          <a:ln w="0">
            <a:noFill/>
            <a:prstDash val="solid"/>
          </a:ln>
        </p:spPr>
      </p:sp>
      <p:sp>
        <p:nvSpPr>
          <p:cNvPr id="4" name="Rectangle 3">
            <a:extLst>
              <a:ext uri="{FF2B5EF4-FFF2-40B4-BE49-F238E27FC236}">
                <a16:creationId xmlns:a16="http://schemas.microsoft.com/office/drawing/2014/main" id="{5167CE1D-6767-4AB9-91CD-0819BEFE7DFE}"/>
              </a:ext>
            </a:extLst>
          </p:cNvPr>
          <p:cNvSpPr>
            <a:spLocks noGrp="1"/>
          </p:cNvSpPr>
          <p:nvPr/>
        </p:nvSpPr>
        <p:spPr>
          <a:xfrm>
            <a:off x="10687050" y="6400800"/>
            <a:ext cx="800100" cy="190500"/>
          </a:xfrm>
          <a:prstGeom prst="rect">
            <a:avLst/>
          </a:prstGeom>
          <a:noFill/>
          <a:ln w="0">
            <a:noFill/>
            <a:prstDash val="solid"/>
          </a:ln>
        </p:spPr>
        <p:txBody>
          <a:bodyPr wrap="square" lIns="0" tIns="0" rIns="0" bIns="0" anchor="t">
            <a:noAutofit/>
          </a:bodyPr>
          <a:lstStyle>
            <a:defPPr algn="r">
              <a:defRPr sz="1050" b="0" i="0">
                <a:solidFill>
                  <a:srgbClr val="737B71"/>
                </a:solidFill>
                <a:latin typeface="Arial"/>
                <a:ea typeface="Arial"/>
                <a:cs typeface="Arial"/>
              </a:defRPr>
            </a:defPPr>
            <a:lvl1pPr algn="r">
              <a:defRPr sz="1050" b="0" i="0">
                <a:solidFill>
                  <a:srgbClr val="737B71"/>
                </a:solidFill>
                <a:latin typeface="Arial"/>
                <a:ea typeface="Arial"/>
                <a:cs typeface="Arial"/>
              </a:defRPr>
            </a:lvl1pPr>
            <a:lvl2pPr algn="r">
              <a:defRPr sz="1050" b="0" i="0">
                <a:solidFill>
                  <a:srgbClr val="737B71"/>
                </a:solidFill>
                <a:latin typeface="Arial"/>
                <a:ea typeface="Arial"/>
                <a:cs typeface="Arial"/>
              </a:defRPr>
            </a:lvl2pPr>
            <a:lvl3pPr algn="r">
              <a:defRPr sz="1050" b="0" i="0">
                <a:solidFill>
                  <a:srgbClr val="737B71"/>
                </a:solidFill>
                <a:latin typeface="Arial"/>
                <a:ea typeface="Arial"/>
                <a:cs typeface="Arial"/>
              </a:defRPr>
            </a:lvl3pPr>
            <a:lvl4pPr algn="r">
              <a:defRPr sz="1050" b="0" i="0">
                <a:solidFill>
                  <a:srgbClr val="737B71"/>
                </a:solidFill>
                <a:latin typeface="Arial"/>
                <a:ea typeface="Arial"/>
                <a:cs typeface="Arial"/>
              </a:defRPr>
            </a:lvl4pPr>
            <a:lvl5pPr algn="r">
              <a:defRPr sz="1050" b="0" i="0">
                <a:solidFill>
                  <a:srgbClr val="737B71"/>
                </a:solidFill>
                <a:latin typeface="Arial"/>
                <a:ea typeface="Arial"/>
                <a:cs typeface="Arial"/>
              </a:defRPr>
            </a:lvl5pPr>
            <a:lvl6pPr algn="r">
              <a:defRPr sz="1050" b="0" i="0">
                <a:solidFill>
                  <a:srgbClr val="737B71"/>
                </a:solidFill>
                <a:latin typeface="Arial"/>
                <a:ea typeface="Arial"/>
                <a:cs typeface="Arial"/>
              </a:defRPr>
            </a:lvl6pPr>
            <a:lvl7pPr algn="r">
              <a:defRPr sz="1050" b="0" i="0">
                <a:solidFill>
                  <a:srgbClr val="737B71"/>
                </a:solidFill>
                <a:latin typeface="Arial"/>
                <a:ea typeface="Arial"/>
                <a:cs typeface="Arial"/>
              </a:defRPr>
            </a:lvl7pPr>
            <a:lvl8pPr algn="r">
              <a:defRPr sz="1050" b="0" i="0">
                <a:solidFill>
                  <a:srgbClr val="737B71"/>
                </a:solidFill>
                <a:latin typeface="Arial"/>
                <a:ea typeface="Arial"/>
                <a:cs typeface="Arial"/>
              </a:defRPr>
            </a:lvl8pPr>
            <a:lvl9pPr algn="r">
              <a:defRPr sz="1050" b="0" i="0">
                <a:solidFill>
                  <a:srgbClr val="737B71"/>
                </a:solidFill>
                <a:latin typeface="Arial"/>
                <a:ea typeface="Arial"/>
                <a:cs typeface="Arial"/>
              </a:defRPr>
            </a:lvl9pPr>
          </a:lstStyle>
          <a:p>
            <a:pPr algn="r">
              <a:defRPr sz="1050" b="0" i="0">
                <a:solidFill>
                  <a:srgbClr val="737B71"/>
                </a:solidFill>
                <a:latin typeface="Arial"/>
                <a:ea typeface="Arial"/>
                <a:cs typeface="Arial"/>
              </a:defRPr>
            </a:pPr>
            <a:r>
              <a:rPr sz="1050" b="0" i="0">
                <a:solidFill>
                  <a:srgbClr val="737B71"/>
                </a:solidFill>
                <a:latin typeface="Arial"/>
                <a:ea typeface="Arial"/>
                <a:cs typeface="Arial"/>
              </a:rPr>
              <a:t>02 / 10</a:t>
            </a:r>
          </a:p>
        </p:txBody>
      </p:sp>
      <p:sp>
        <p:nvSpPr>
          <p:cNvPr id="5" name="Rectangle 4">
            <a:extLst>
              <a:ext uri="{FF2B5EF4-FFF2-40B4-BE49-F238E27FC236}">
                <a16:creationId xmlns:a16="http://schemas.microsoft.com/office/drawing/2014/main" id="{C3B9D43C-A2DD-4FF3-860D-360E20BEFC11}"/>
              </a:ext>
            </a:extLst>
          </p:cNvPr>
          <p:cNvSpPr>
            <a:spLocks noGrp="1"/>
          </p:cNvSpPr>
          <p:nvPr/>
        </p:nvSpPr>
        <p:spPr>
          <a:xfrm>
            <a:off x="1714500" y="2743200"/>
            <a:ext cx="8572500" cy="38100"/>
          </a:xfrm>
          <a:prstGeom prst="rect">
            <a:avLst/>
          </a:prstGeom>
          <a:solidFill>
            <a:srgbClr val="DDDED3"/>
          </a:solidFill>
          <a:ln w="0">
            <a:noFill/>
            <a:prstDash val="solid"/>
          </a:ln>
        </p:spPr>
      </p:sp>
      <p:sp>
        <p:nvSpPr>
          <p:cNvPr id="6" name="Oval 5">
            <a:extLst>
              <a:ext uri="{FF2B5EF4-FFF2-40B4-BE49-F238E27FC236}">
                <a16:creationId xmlns:a16="http://schemas.microsoft.com/office/drawing/2014/main" id="{F06E929F-79D3-4081-A867-7D6C670F975B}"/>
              </a:ext>
            </a:extLst>
          </p:cNvPr>
          <p:cNvSpPr>
            <a:spLocks noGrp="1"/>
          </p:cNvSpPr>
          <p:nvPr/>
        </p:nvSpPr>
        <p:spPr>
          <a:xfrm>
            <a:off x="1490663" y="2533650"/>
            <a:ext cx="457200" cy="457200"/>
          </a:xfrm>
          <a:prstGeom prst="ellipse">
            <a:avLst/>
          </a:prstGeom>
          <a:solidFill>
            <a:srgbClr val="1D4B3A"/>
          </a:solidFill>
          <a:ln w="0">
            <a:noFill/>
            <a:prstDash val="solid"/>
          </a:ln>
        </p:spPr>
      </p:sp>
      <p:sp>
        <p:nvSpPr>
          <p:cNvPr id="7" name="Rectangle 6">
            <a:extLst>
              <a:ext uri="{FF2B5EF4-FFF2-40B4-BE49-F238E27FC236}">
                <a16:creationId xmlns:a16="http://schemas.microsoft.com/office/drawing/2014/main" id="{0DC70B40-0A96-4638-99CA-9B00852B17FF}"/>
              </a:ext>
            </a:extLst>
          </p:cNvPr>
          <p:cNvSpPr>
            <a:spLocks noGrp="1"/>
          </p:cNvSpPr>
          <p:nvPr/>
        </p:nvSpPr>
        <p:spPr>
          <a:xfrm>
            <a:off x="1547813" y="2657475"/>
            <a:ext cx="342900" cy="209550"/>
          </a:xfrm>
          <a:prstGeom prst="rect">
            <a:avLst/>
          </a:prstGeom>
          <a:noFill/>
          <a:ln w="0">
            <a:noFill/>
            <a:prstDash val="solid"/>
          </a:ln>
        </p:spPr>
        <p:txBody>
          <a:bodyPr wrap="square" lIns="0" tIns="0" rIns="0" bIns="0" anchor="ctr">
            <a:noAutofit/>
          </a:bodyPr>
          <a:lstStyle>
            <a:defPPr algn="ctr">
              <a:defRPr sz="1125" b="1" i="0">
                <a:solidFill>
                  <a:srgbClr val="17382D"/>
                </a:solidFill>
                <a:latin typeface="Arial"/>
                <a:ea typeface="Arial"/>
                <a:cs typeface="Arial"/>
              </a:defRPr>
            </a:defPPr>
            <a:lvl1pPr algn="ctr">
              <a:defRPr sz="1125" b="1" i="0">
                <a:solidFill>
                  <a:srgbClr val="17382D"/>
                </a:solidFill>
                <a:latin typeface="Arial"/>
                <a:ea typeface="Arial"/>
                <a:cs typeface="Arial"/>
              </a:defRPr>
            </a:lvl1pPr>
            <a:lvl2pPr algn="ctr">
              <a:defRPr sz="1125" b="1" i="0">
                <a:solidFill>
                  <a:srgbClr val="17382D"/>
                </a:solidFill>
                <a:latin typeface="Arial"/>
                <a:ea typeface="Arial"/>
                <a:cs typeface="Arial"/>
              </a:defRPr>
            </a:lvl2pPr>
            <a:lvl3pPr algn="ctr">
              <a:defRPr sz="1125" b="1" i="0">
                <a:solidFill>
                  <a:srgbClr val="17382D"/>
                </a:solidFill>
                <a:latin typeface="Arial"/>
                <a:ea typeface="Arial"/>
                <a:cs typeface="Arial"/>
              </a:defRPr>
            </a:lvl3pPr>
            <a:lvl4pPr algn="ctr">
              <a:defRPr sz="1125" b="1" i="0">
                <a:solidFill>
                  <a:srgbClr val="17382D"/>
                </a:solidFill>
                <a:latin typeface="Arial"/>
                <a:ea typeface="Arial"/>
                <a:cs typeface="Arial"/>
              </a:defRPr>
            </a:lvl4pPr>
            <a:lvl5pPr algn="ctr">
              <a:defRPr sz="1125" b="1" i="0">
                <a:solidFill>
                  <a:srgbClr val="17382D"/>
                </a:solidFill>
                <a:latin typeface="Arial"/>
                <a:ea typeface="Arial"/>
                <a:cs typeface="Arial"/>
              </a:defRPr>
            </a:lvl5pPr>
            <a:lvl6pPr algn="ctr">
              <a:defRPr sz="1125" b="1" i="0">
                <a:solidFill>
                  <a:srgbClr val="17382D"/>
                </a:solidFill>
                <a:latin typeface="Arial"/>
                <a:ea typeface="Arial"/>
                <a:cs typeface="Arial"/>
              </a:defRPr>
            </a:lvl6pPr>
            <a:lvl7pPr algn="ctr">
              <a:defRPr sz="1125" b="1" i="0">
                <a:solidFill>
                  <a:srgbClr val="17382D"/>
                </a:solidFill>
                <a:latin typeface="Arial"/>
                <a:ea typeface="Arial"/>
                <a:cs typeface="Arial"/>
              </a:defRPr>
            </a:lvl7pPr>
            <a:lvl8pPr algn="ctr">
              <a:defRPr sz="1125" b="1" i="0">
                <a:solidFill>
                  <a:srgbClr val="17382D"/>
                </a:solidFill>
                <a:latin typeface="Arial"/>
                <a:ea typeface="Arial"/>
                <a:cs typeface="Arial"/>
              </a:defRPr>
            </a:lvl8pPr>
            <a:lvl9pPr algn="ctr">
              <a:defRPr sz="1125" b="1" i="0">
                <a:solidFill>
                  <a:srgbClr val="17382D"/>
                </a:solidFill>
                <a:latin typeface="Arial"/>
                <a:ea typeface="Arial"/>
                <a:cs typeface="Arial"/>
              </a:defRPr>
            </a:lvl9pPr>
          </a:lstStyle>
          <a:p>
            <a:pPr algn="ctr">
              <a:defRPr sz="1125" b="1" i="0">
                <a:solidFill>
                  <a:srgbClr val="17382D"/>
                </a:solidFill>
                <a:latin typeface="Arial"/>
                <a:ea typeface="Arial"/>
                <a:cs typeface="Arial"/>
              </a:defRPr>
            </a:pPr>
            <a:r>
              <a:rPr sz="1125" b="1" i="0">
                <a:solidFill>
                  <a:srgbClr val="17382D"/>
                </a:solidFill>
                <a:latin typeface="Arial"/>
                <a:ea typeface="Arial"/>
                <a:cs typeface="Arial"/>
              </a:rPr>
              <a:t>01</a:t>
            </a:r>
          </a:p>
        </p:txBody>
      </p:sp>
      <p:sp>
        <p:nvSpPr>
          <p:cNvPr id="8" name="Rectangle 7">
            <a:extLst>
              <a:ext uri="{FF2B5EF4-FFF2-40B4-BE49-F238E27FC236}">
                <a16:creationId xmlns:a16="http://schemas.microsoft.com/office/drawing/2014/main" id="{52DA27FE-4226-4F8B-A753-18C329A5A1DB}"/>
              </a:ext>
            </a:extLst>
          </p:cNvPr>
          <p:cNvSpPr>
            <a:spLocks noGrp="1"/>
          </p:cNvSpPr>
          <p:nvPr/>
        </p:nvSpPr>
        <p:spPr>
          <a:xfrm>
            <a:off x="742950" y="3238500"/>
            <a:ext cx="1952625" cy="571500"/>
          </a:xfrm>
          <a:prstGeom prst="rect">
            <a:avLst/>
          </a:prstGeom>
          <a:noFill/>
          <a:ln w="0">
            <a:noFill/>
            <a:prstDash val="solid"/>
          </a:ln>
        </p:spPr>
        <p:txBody>
          <a:bodyPr wrap="square" lIns="0" tIns="0" rIns="0" bIns="0" anchor="t">
            <a:noAutofit/>
          </a:bodyPr>
          <a:lstStyle>
            <a:defPPr algn="l">
              <a:defRPr sz="1950" b="1" i="0">
                <a:solidFill>
                  <a:srgbClr val="17231D"/>
                </a:solidFill>
                <a:latin typeface="Arial"/>
                <a:ea typeface="Arial"/>
                <a:cs typeface="Arial"/>
              </a:defRPr>
            </a:defPPr>
            <a:lvl1pPr algn="l">
              <a:defRPr sz="1950" b="1" i="0">
                <a:solidFill>
                  <a:srgbClr val="17231D"/>
                </a:solidFill>
                <a:latin typeface="Arial"/>
                <a:ea typeface="Arial"/>
                <a:cs typeface="Arial"/>
              </a:defRPr>
            </a:lvl1pPr>
            <a:lvl2pPr algn="l">
              <a:defRPr sz="1950" b="1" i="0">
                <a:solidFill>
                  <a:srgbClr val="17231D"/>
                </a:solidFill>
                <a:latin typeface="Arial"/>
                <a:ea typeface="Arial"/>
                <a:cs typeface="Arial"/>
              </a:defRPr>
            </a:lvl2pPr>
            <a:lvl3pPr algn="l">
              <a:defRPr sz="1950" b="1" i="0">
                <a:solidFill>
                  <a:srgbClr val="17231D"/>
                </a:solidFill>
                <a:latin typeface="Arial"/>
                <a:ea typeface="Arial"/>
                <a:cs typeface="Arial"/>
              </a:defRPr>
            </a:lvl3pPr>
            <a:lvl4pPr algn="l">
              <a:defRPr sz="1950" b="1" i="0">
                <a:solidFill>
                  <a:srgbClr val="17231D"/>
                </a:solidFill>
                <a:latin typeface="Arial"/>
                <a:ea typeface="Arial"/>
                <a:cs typeface="Arial"/>
              </a:defRPr>
            </a:lvl4pPr>
            <a:lvl5pPr algn="l">
              <a:defRPr sz="1950" b="1" i="0">
                <a:solidFill>
                  <a:srgbClr val="17231D"/>
                </a:solidFill>
                <a:latin typeface="Arial"/>
                <a:ea typeface="Arial"/>
                <a:cs typeface="Arial"/>
              </a:defRPr>
            </a:lvl5pPr>
            <a:lvl6pPr algn="l">
              <a:defRPr sz="1950" b="1" i="0">
                <a:solidFill>
                  <a:srgbClr val="17231D"/>
                </a:solidFill>
                <a:latin typeface="Arial"/>
                <a:ea typeface="Arial"/>
                <a:cs typeface="Arial"/>
              </a:defRPr>
            </a:lvl6pPr>
            <a:lvl7pPr algn="l">
              <a:defRPr sz="1950" b="1" i="0">
                <a:solidFill>
                  <a:srgbClr val="17231D"/>
                </a:solidFill>
                <a:latin typeface="Arial"/>
                <a:ea typeface="Arial"/>
                <a:cs typeface="Arial"/>
              </a:defRPr>
            </a:lvl7pPr>
            <a:lvl8pPr algn="l">
              <a:defRPr sz="1950" b="1" i="0">
                <a:solidFill>
                  <a:srgbClr val="17231D"/>
                </a:solidFill>
                <a:latin typeface="Arial"/>
                <a:ea typeface="Arial"/>
                <a:cs typeface="Arial"/>
              </a:defRPr>
            </a:lvl8pPr>
            <a:lvl9pPr algn="l">
              <a:defRPr sz="1950" b="1" i="0">
                <a:solidFill>
                  <a:srgbClr val="17231D"/>
                </a:solidFill>
                <a:latin typeface="Arial"/>
                <a:ea typeface="Arial"/>
                <a:cs typeface="Arial"/>
              </a:defRPr>
            </a:lvl9pPr>
          </a:lstStyle>
          <a:p>
            <a:pPr algn="l">
              <a:defRPr sz="1950" b="1" i="0">
                <a:solidFill>
                  <a:srgbClr val="17231D"/>
                </a:solidFill>
                <a:latin typeface="Arial"/>
                <a:ea typeface="Arial"/>
                <a:cs typeface="Arial"/>
              </a:defRPr>
            </a:pPr>
            <a:r>
              <a:rPr sz="1950" b="1" i="0">
                <a:solidFill>
                  <a:srgbClr val="17231D"/>
                </a:solidFill>
                <a:latin typeface="Arial"/>
                <a:ea typeface="Arial"/>
                <a:cs typeface="Arial"/>
              </a:rPr>
              <a:t>Find</a:t>
            </a:r>
          </a:p>
        </p:txBody>
      </p:sp>
      <p:sp>
        <p:nvSpPr>
          <p:cNvPr id="9" name="Rectangle 8">
            <a:extLst>
              <a:ext uri="{FF2B5EF4-FFF2-40B4-BE49-F238E27FC236}">
                <a16:creationId xmlns:a16="http://schemas.microsoft.com/office/drawing/2014/main" id="{56795076-C2D8-4B3B-9033-C54E887E32B3}"/>
              </a:ext>
            </a:extLst>
          </p:cNvPr>
          <p:cNvSpPr>
            <a:spLocks noGrp="1"/>
          </p:cNvSpPr>
          <p:nvPr/>
        </p:nvSpPr>
        <p:spPr>
          <a:xfrm>
            <a:off x="742950" y="3886200"/>
            <a:ext cx="1952625" cy="1066800"/>
          </a:xfrm>
          <a:prstGeom prst="rect">
            <a:avLst/>
          </a:prstGeom>
          <a:noFill/>
          <a:ln w="0">
            <a:noFill/>
            <a:prstDash val="solid"/>
          </a:ln>
        </p:spPr>
        <p:txBody>
          <a:bodyPr wrap="square" lIns="0" tIns="0" rIns="0" bIns="0" anchor="t">
            <a:noAutofit/>
          </a:bodyPr>
          <a:lstStyle>
            <a:defPPr algn="l">
              <a:defRPr sz="1500" b="0" i="0">
                <a:solidFill>
                  <a:srgbClr val="4E5B53"/>
                </a:solidFill>
                <a:latin typeface="Arial"/>
                <a:ea typeface="Arial"/>
                <a:cs typeface="Arial"/>
              </a:defRPr>
            </a:defPPr>
            <a:lvl1pPr algn="l">
              <a:defRPr sz="1500" b="0" i="0">
                <a:solidFill>
                  <a:srgbClr val="4E5B53"/>
                </a:solidFill>
                <a:latin typeface="Arial"/>
                <a:ea typeface="Arial"/>
                <a:cs typeface="Arial"/>
              </a:defRPr>
            </a:lvl1pPr>
            <a:lvl2pPr algn="l">
              <a:defRPr sz="1500" b="0" i="0">
                <a:solidFill>
                  <a:srgbClr val="4E5B53"/>
                </a:solidFill>
                <a:latin typeface="Arial"/>
                <a:ea typeface="Arial"/>
                <a:cs typeface="Arial"/>
              </a:defRPr>
            </a:lvl2pPr>
            <a:lvl3pPr algn="l">
              <a:defRPr sz="1500" b="0" i="0">
                <a:solidFill>
                  <a:srgbClr val="4E5B53"/>
                </a:solidFill>
                <a:latin typeface="Arial"/>
                <a:ea typeface="Arial"/>
                <a:cs typeface="Arial"/>
              </a:defRPr>
            </a:lvl3pPr>
            <a:lvl4pPr algn="l">
              <a:defRPr sz="1500" b="0" i="0">
                <a:solidFill>
                  <a:srgbClr val="4E5B53"/>
                </a:solidFill>
                <a:latin typeface="Arial"/>
                <a:ea typeface="Arial"/>
                <a:cs typeface="Arial"/>
              </a:defRPr>
            </a:lvl4pPr>
            <a:lvl5pPr algn="l">
              <a:defRPr sz="1500" b="0" i="0">
                <a:solidFill>
                  <a:srgbClr val="4E5B53"/>
                </a:solidFill>
                <a:latin typeface="Arial"/>
                <a:ea typeface="Arial"/>
                <a:cs typeface="Arial"/>
              </a:defRPr>
            </a:lvl5pPr>
            <a:lvl6pPr algn="l">
              <a:defRPr sz="1500" b="0" i="0">
                <a:solidFill>
                  <a:srgbClr val="4E5B53"/>
                </a:solidFill>
                <a:latin typeface="Arial"/>
                <a:ea typeface="Arial"/>
                <a:cs typeface="Arial"/>
              </a:defRPr>
            </a:lvl6pPr>
            <a:lvl7pPr algn="l">
              <a:defRPr sz="1500" b="0" i="0">
                <a:solidFill>
                  <a:srgbClr val="4E5B53"/>
                </a:solidFill>
                <a:latin typeface="Arial"/>
                <a:ea typeface="Arial"/>
                <a:cs typeface="Arial"/>
              </a:defRPr>
            </a:lvl7pPr>
            <a:lvl8pPr algn="l">
              <a:defRPr sz="1500" b="0" i="0">
                <a:solidFill>
                  <a:srgbClr val="4E5B53"/>
                </a:solidFill>
                <a:latin typeface="Arial"/>
                <a:ea typeface="Arial"/>
                <a:cs typeface="Arial"/>
              </a:defRPr>
            </a:lvl8pPr>
            <a:lvl9pPr algn="l">
              <a:defRPr sz="1500" b="0" i="0">
                <a:solidFill>
                  <a:srgbClr val="4E5B53"/>
                </a:solidFill>
                <a:latin typeface="Arial"/>
                <a:ea typeface="Arial"/>
                <a:cs typeface="Arial"/>
              </a:defRPr>
            </a:lvl9pPr>
          </a:lstStyle>
          <a:p>
            <a:pPr algn="l">
              <a:defRPr sz="1500" b="0" i="0">
                <a:solidFill>
                  <a:srgbClr val="4E5B53"/>
                </a:solidFill>
                <a:latin typeface="Arial"/>
                <a:ea typeface="Arial"/>
                <a:cs typeface="Arial"/>
              </a:defRPr>
            </a:pPr>
            <a:r>
              <a:rPr sz="1500" b="0" i="0">
                <a:solidFill>
                  <a:srgbClr val="4E5B53"/>
                </a:solidFill>
                <a:latin typeface="Arial"/>
                <a:ea typeface="Arial"/>
                <a:cs typeface="Arial"/>
              </a:rPr>
              <a:t>Check what each recycling point accepts and when it was verified.</a:t>
            </a:r>
          </a:p>
        </p:txBody>
      </p:sp>
      <p:sp>
        <p:nvSpPr>
          <p:cNvPr id="10" name="Rectangle 9">
            <a:extLst>
              <a:ext uri="{FF2B5EF4-FFF2-40B4-BE49-F238E27FC236}">
                <a16:creationId xmlns:a16="http://schemas.microsoft.com/office/drawing/2014/main" id="{CE4E10E1-796F-4CD5-A26F-789BECA4778A}"/>
              </a:ext>
            </a:extLst>
          </p:cNvPr>
          <p:cNvSpPr>
            <a:spLocks noGrp="1"/>
          </p:cNvSpPr>
          <p:nvPr/>
        </p:nvSpPr>
        <p:spPr>
          <a:xfrm>
            <a:off x="742950" y="5143500"/>
            <a:ext cx="571500" cy="28575"/>
          </a:xfrm>
          <a:prstGeom prst="rect">
            <a:avLst/>
          </a:prstGeom>
          <a:solidFill>
            <a:srgbClr val="1D4B3A"/>
          </a:solidFill>
          <a:ln w="0">
            <a:noFill/>
            <a:prstDash val="solid"/>
          </a:ln>
        </p:spPr>
      </p:sp>
      <p:sp>
        <p:nvSpPr>
          <p:cNvPr id="11" name="Rectangle 10">
            <a:extLst>
              <a:ext uri="{FF2B5EF4-FFF2-40B4-BE49-F238E27FC236}">
                <a16:creationId xmlns:a16="http://schemas.microsoft.com/office/drawing/2014/main" id="{831327B1-2626-48C7-B0FC-AA769D0FB7F1}"/>
              </a:ext>
            </a:extLst>
          </p:cNvPr>
          <p:cNvSpPr>
            <a:spLocks noGrp="1"/>
          </p:cNvSpPr>
          <p:nvPr/>
        </p:nvSpPr>
        <p:spPr>
          <a:xfrm>
            <a:off x="742950" y="5276850"/>
            <a:ext cx="1952625" cy="228600"/>
          </a:xfrm>
          <a:prstGeom prst="rect">
            <a:avLst/>
          </a:prstGeom>
          <a:noFill/>
          <a:ln w="0">
            <a:noFill/>
            <a:prstDash val="solid"/>
          </a:ln>
        </p:spPr>
        <p:txBody>
          <a:bodyPr wrap="square" lIns="0" tIns="0" rIns="0" bIns="0" anchor="t">
            <a:noAutofit/>
          </a:bodyPr>
          <a:lstStyle>
            <a:defPPr algn="l">
              <a:defRPr sz="1050" b="1" i="0">
                <a:solidFill>
                  <a:srgbClr val="737B71"/>
                </a:solidFill>
                <a:latin typeface="Arial"/>
                <a:ea typeface="Arial"/>
                <a:cs typeface="Arial"/>
              </a:defRPr>
            </a:defPPr>
            <a:lvl1pPr algn="l">
              <a:defRPr sz="1050" b="1" i="0">
                <a:solidFill>
                  <a:srgbClr val="737B71"/>
                </a:solidFill>
                <a:latin typeface="Arial"/>
                <a:ea typeface="Arial"/>
                <a:cs typeface="Arial"/>
              </a:defRPr>
            </a:lvl1pPr>
            <a:lvl2pPr algn="l">
              <a:defRPr sz="1050" b="1" i="0">
                <a:solidFill>
                  <a:srgbClr val="737B71"/>
                </a:solidFill>
                <a:latin typeface="Arial"/>
                <a:ea typeface="Arial"/>
                <a:cs typeface="Arial"/>
              </a:defRPr>
            </a:lvl2pPr>
            <a:lvl3pPr algn="l">
              <a:defRPr sz="1050" b="1" i="0">
                <a:solidFill>
                  <a:srgbClr val="737B71"/>
                </a:solidFill>
                <a:latin typeface="Arial"/>
                <a:ea typeface="Arial"/>
                <a:cs typeface="Arial"/>
              </a:defRPr>
            </a:lvl3pPr>
            <a:lvl4pPr algn="l">
              <a:defRPr sz="1050" b="1" i="0">
                <a:solidFill>
                  <a:srgbClr val="737B71"/>
                </a:solidFill>
                <a:latin typeface="Arial"/>
                <a:ea typeface="Arial"/>
                <a:cs typeface="Arial"/>
              </a:defRPr>
            </a:lvl4pPr>
            <a:lvl5pPr algn="l">
              <a:defRPr sz="1050" b="1" i="0">
                <a:solidFill>
                  <a:srgbClr val="737B71"/>
                </a:solidFill>
                <a:latin typeface="Arial"/>
                <a:ea typeface="Arial"/>
                <a:cs typeface="Arial"/>
              </a:defRPr>
            </a:lvl5pPr>
            <a:lvl6pPr algn="l">
              <a:defRPr sz="1050" b="1" i="0">
                <a:solidFill>
                  <a:srgbClr val="737B71"/>
                </a:solidFill>
                <a:latin typeface="Arial"/>
                <a:ea typeface="Arial"/>
                <a:cs typeface="Arial"/>
              </a:defRPr>
            </a:lvl6pPr>
            <a:lvl7pPr algn="l">
              <a:defRPr sz="1050" b="1" i="0">
                <a:solidFill>
                  <a:srgbClr val="737B71"/>
                </a:solidFill>
                <a:latin typeface="Arial"/>
                <a:ea typeface="Arial"/>
                <a:cs typeface="Arial"/>
              </a:defRPr>
            </a:lvl7pPr>
            <a:lvl8pPr algn="l">
              <a:defRPr sz="1050" b="1" i="0">
                <a:solidFill>
                  <a:srgbClr val="737B71"/>
                </a:solidFill>
                <a:latin typeface="Arial"/>
                <a:ea typeface="Arial"/>
                <a:cs typeface="Arial"/>
              </a:defRPr>
            </a:lvl8pPr>
            <a:lvl9pPr algn="l">
              <a:defRPr sz="1050" b="1" i="0">
                <a:solidFill>
                  <a:srgbClr val="737B71"/>
                </a:solidFill>
                <a:latin typeface="Arial"/>
                <a:ea typeface="Arial"/>
                <a:cs typeface="Arial"/>
              </a:defRPr>
            </a:lvl9pPr>
          </a:lstStyle>
          <a:p>
            <a:pPr algn="l">
              <a:defRPr sz="1050" b="1" i="0">
                <a:solidFill>
                  <a:srgbClr val="737B71"/>
                </a:solidFill>
                <a:latin typeface="Arial"/>
                <a:ea typeface="Arial"/>
                <a:cs typeface="Arial"/>
              </a:defRPr>
            </a:pPr>
            <a:r>
              <a:rPr sz="1050" b="1" i="0">
                <a:solidFill>
                  <a:srgbClr val="737B71"/>
                </a:solidFill>
                <a:latin typeface="Arial"/>
                <a:ea typeface="Arial"/>
                <a:cs typeface="Arial"/>
              </a:rPr>
              <a:t>WEBSITE DEMO</a:t>
            </a:r>
          </a:p>
        </p:txBody>
      </p:sp>
      <p:sp>
        <p:nvSpPr>
          <p:cNvPr id="12" name="Oval 11">
            <a:extLst>
              <a:ext uri="{FF2B5EF4-FFF2-40B4-BE49-F238E27FC236}">
                <a16:creationId xmlns:a16="http://schemas.microsoft.com/office/drawing/2014/main" id="{6D3035D5-37B4-475C-9308-5282A7EED002}"/>
              </a:ext>
            </a:extLst>
          </p:cNvPr>
          <p:cNvSpPr>
            <a:spLocks noGrp="1"/>
          </p:cNvSpPr>
          <p:nvPr/>
        </p:nvSpPr>
        <p:spPr>
          <a:xfrm>
            <a:off x="3633788" y="2533650"/>
            <a:ext cx="457200" cy="457200"/>
          </a:xfrm>
          <a:prstGeom prst="ellipse">
            <a:avLst/>
          </a:prstGeom>
          <a:solidFill>
            <a:srgbClr val="82977F"/>
          </a:solidFill>
          <a:ln w="0">
            <a:noFill/>
            <a:prstDash val="solid"/>
          </a:ln>
        </p:spPr>
      </p:sp>
      <p:sp>
        <p:nvSpPr>
          <p:cNvPr id="13" name="Rectangle 12">
            <a:extLst>
              <a:ext uri="{FF2B5EF4-FFF2-40B4-BE49-F238E27FC236}">
                <a16:creationId xmlns:a16="http://schemas.microsoft.com/office/drawing/2014/main" id="{A78C1958-6E13-4DE3-9ADA-C561CD7E61BE}"/>
              </a:ext>
            </a:extLst>
          </p:cNvPr>
          <p:cNvSpPr>
            <a:spLocks noGrp="1"/>
          </p:cNvSpPr>
          <p:nvPr/>
        </p:nvSpPr>
        <p:spPr>
          <a:xfrm>
            <a:off x="3690938" y="2657475"/>
            <a:ext cx="342900" cy="209550"/>
          </a:xfrm>
          <a:prstGeom prst="rect">
            <a:avLst/>
          </a:prstGeom>
          <a:noFill/>
          <a:ln w="0">
            <a:noFill/>
            <a:prstDash val="solid"/>
          </a:ln>
        </p:spPr>
        <p:txBody>
          <a:bodyPr wrap="square" lIns="0" tIns="0" rIns="0" bIns="0" anchor="ctr">
            <a:noAutofit/>
          </a:bodyPr>
          <a:lstStyle>
            <a:defPPr algn="ctr">
              <a:defRPr sz="1125" b="1" i="0">
                <a:solidFill>
                  <a:srgbClr val="17382D"/>
                </a:solidFill>
                <a:latin typeface="Arial"/>
                <a:ea typeface="Arial"/>
                <a:cs typeface="Arial"/>
              </a:defRPr>
            </a:defPPr>
            <a:lvl1pPr algn="ctr">
              <a:defRPr sz="1125" b="1" i="0">
                <a:solidFill>
                  <a:srgbClr val="17382D"/>
                </a:solidFill>
                <a:latin typeface="Arial"/>
                <a:ea typeface="Arial"/>
                <a:cs typeface="Arial"/>
              </a:defRPr>
            </a:lvl1pPr>
            <a:lvl2pPr algn="ctr">
              <a:defRPr sz="1125" b="1" i="0">
                <a:solidFill>
                  <a:srgbClr val="17382D"/>
                </a:solidFill>
                <a:latin typeface="Arial"/>
                <a:ea typeface="Arial"/>
                <a:cs typeface="Arial"/>
              </a:defRPr>
            </a:lvl2pPr>
            <a:lvl3pPr algn="ctr">
              <a:defRPr sz="1125" b="1" i="0">
                <a:solidFill>
                  <a:srgbClr val="17382D"/>
                </a:solidFill>
                <a:latin typeface="Arial"/>
                <a:ea typeface="Arial"/>
                <a:cs typeface="Arial"/>
              </a:defRPr>
            </a:lvl3pPr>
            <a:lvl4pPr algn="ctr">
              <a:defRPr sz="1125" b="1" i="0">
                <a:solidFill>
                  <a:srgbClr val="17382D"/>
                </a:solidFill>
                <a:latin typeface="Arial"/>
                <a:ea typeface="Arial"/>
                <a:cs typeface="Arial"/>
              </a:defRPr>
            </a:lvl4pPr>
            <a:lvl5pPr algn="ctr">
              <a:defRPr sz="1125" b="1" i="0">
                <a:solidFill>
                  <a:srgbClr val="17382D"/>
                </a:solidFill>
                <a:latin typeface="Arial"/>
                <a:ea typeface="Arial"/>
                <a:cs typeface="Arial"/>
              </a:defRPr>
            </a:lvl5pPr>
            <a:lvl6pPr algn="ctr">
              <a:defRPr sz="1125" b="1" i="0">
                <a:solidFill>
                  <a:srgbClr val="17382D"/>
                </a:solidFill>
                <a:latin typeface="Arial"/>
                <a:ea typeface="Arial"/>
                <a:cs typeface="Arial"/>
              </a:defRPr>
            </a:lvl6pPr>
            <a:lvl7pPr algn="ctr">
              <a:defRPr sz="1125" b="1" i="0">
                <a:solidFill>
                  <a:srgbClr val="17382D"/>
                </a:solidFill>
                <a:latin typeface="Arial"/>
                <a:ea typeface="Arial"/>
                <a:cs typeface="Arial"/>
              </a:defRPr>
            </a:lvl7pPr>
            <a:lvl8pPr algn="ctr">
              <a:defRPr sz="1125" b="1" i="0">
                <a:solidFill>
                  <a:srgbClr val="17382D"/>
                </a:solidFill>
                <a:latin typeface="Arial"/>
                <a:ea typeface="Arial"/>
                <a:cs typeface="Arial"/>
              </a:defRPr>
            </a:lvl8pPr>
            <a:lvl9pPr algn="ctr">
              <a:defRPr sz="1125" b="1" i="0">
                <a:solidFill>
                  <a:srgbClr val="17382D"/>
                </a:solidFill>
                <a:latin typeface="Arial"/>
                <a:ea typeface="Arial"/>
                <a:cs typeface="Arial"/>
              </a:defRPr>
            </a:lvl9pPr>
          </a:lstStyle>
          <a:p>
            <a:pPr algn="ctr">
              <a:defRPr sz="1125" b="1" i="0">
                <a:solidFill>
                  <a:srgbClr val="17382D"/>
                </a:solidFill>
                <a:latin typeface="Arial"/>
                <a:ea typeface="Arial"/>
                <a:cs typeface="Arial"/>
              </a:defRPr>
            </a:pPr>
            <a:r>
              <a:rPr sz="1125" b="1" i="0">
                <a:solidFill>
                  <a:srgbClr val="17382D"/>
                </a:solidFill>
                <a:latin typeface="Arial"/>
                <a:ea typeface="Arial"/>
                <a:cs typeface="Arial"/>
              </a:rPr>
              <a:t>02</a:t>
            </a:r>
          </a:p>
        </p:txBody>
      </p:sp>
      <p:sp>
        <p:nvSpPr>
          <p:cNvPr id="14" name="Rectangle 13">
            <a:extLst>
              <a:ext uri="{FF2B5EF4-FFF2-40B4-BE49-F238E27FC236}">
                <a16:creationId xmlns:a16="http://schemas.microsoft.com/office/drawing/2014/main" id="{6904A578-B123-4857-90CC-4D1645E98868}"/>
              </a:ext>
            </a:extLst>
          </p:cNvPr>
          <p:cNvSpPr>
            <a:spLocks noGrp="1"/>
          </p:cNvSpPr>
          <p:nvPr/>
        </p:nvSpPr>
        <p:spPr>
          <a:xfrm>
            <a:off x="2886075" y="3238500"/>
            <a:ext cx="1952625" cy="571500"/>
          </a:xfrm>
          <a:prstGeom prst="rect">
            <a:avLst/>
          </a:prstGeom>
          <a:noFill/>
          <a:ln w="0">
            <a:noFill/>
            <a:prstDash val="solid"/>
          </a:ln>
        </p:spPr>
        <p:txBody>
          <a:bodyPr wrap="square" lIns="0" tIns="0" rIns="0" bIns="0" anchor="t">
            <a:noAutofit/>
          </a:bodyPr>
          <a:lstStyle>
            <a:defPPr algn="l">
              <a:defRPr sz="1950" b="1" i="0">
                <a:solidFill>
                  <a:srgbClr val="17231D"/>
                </a:solidFill>
                <a:latin typeface="Arial"/>
                <a:ea typeface="Arial"/>
                <a:cs typeface="Arial"/>
              </a:defRPr>
            </a:defPPr>
            <a:lvl1pPr algn="l">
              <a:defRPr sz="1950" b="1" i="0">
                <a:solidFill>
                  <a:srgbClr val="17231D"/>
                </a:solidFill>
                <a:latin typeface="Arial"/>
                <a:ea typeface="Arial"/>
                <a:cs typeface="Arial"/>
              </a:defRPr>
            </a:lvl1pPr>
            <a:lvl2pPr algn="l">
              <a:defRPr sz="1950" b="1" i="0">
                <a:solidFill>
                  <a:srgbClr val="17231D"/>
                </a:solidFill>
                <a:latin typeface="Arial"/>
                <a:ea typeface="Arial"/>
                <a:cs typeface="Arial"/>
              </a:defRPr>
            </a:lvl2pPr>
            <a:lvl3pPr algn="l">
              <a:defRPr sz="1950" b="1" i="0">
                <a:solidFill>
                  <a:srgbClr val="17231D"/>
                </a:solidFill>
                <a:latin typeface="Arial"/>
                <a:ea typeface="Arial"/>
                <a:cs typeface="Arial"/>
              </a:defRPr>
            </a:lvl3pPr>
            <a:lvl4pPr algn="l">
              <a:defRPr sz="1950" b="1" i="0">
                <a:solidFill>
                  <a:srgbClr val="17231D"/>
                </a:solidFill>
                <a:latin typeface="Arial"/>
                <a:ea typeface="Arial"/>
                <a:cs typeface="Arial"/>
              </a:defRPr>
            </a:lvl4pPr>
            <a:lvl5pPr algn="l">
              <a:defRPr sz="1950" b="1" i="0">
                <a:solidFill>
                  <a:srgbClr val="17231D"/>
                </a:solidFill>
                <a:latin typeface="Arial"/>
                <a:ea typeface="Arial"/>
                <a:cs typeface="Arial"/>
              </a:defRPr>
            </a:lvl5pPr>
            <a:lvl6pPr algn="l">
              <a:defRPr sz="1950" b="1" i="0">
                <a:solidFill>
                  <a:srgbClr val="17231D"/>
                </a:solidFill>
                <a:latin typeface="Arial"/>
                <a:ea typeface="Arial"/>
                <a:cs typeface="Arial"/>
              </a:defRPr>
            </a:lvl6pPr>
            <a:lvl7pPr algn="l">
              <a:defRPr sz="1950" b="1" i="0">
                <a:solidFill>
                  <a:srgbClr val="17231D"/>
                </a:solidFill>
                <a:latin typeface="Arial"/>
                <a:ea typeface="Arial"/>
                <a:cs typeface="Arial"/>
              </a:defRPr>
            </a:lvl7pPr>
            <a:lvl8pPr algn="l">
              <a:defRPr sz="1950" b="1" i="0">
                <a:solidFill>
                  <a:srgbClr val="17231D"/>
                </a:solidFill>
                <a:latin typeface="Arial"/>
                <a:ea typeface="Arial"/>
                <a:cs typeface="Arial"/>
              </a:defRPr>
            </a:lvl8pPr>
            <a:lvl9pPr algn="l">
              <a:defRPr sz="1950" b="1" i="0">
                <a:solidFill>
                  <a:srgbClr val="17231D"/>
                </a:solidFill>
                <a:latin typeface="Arial"/>
                <a:ea typeface="Arial"/>
                <a:cs typeface="Arial"/>
              </a:defRPr>
            </a:lvl9pPr>
          </a:lstStyle>
          <a:p>
            <a:pPr algn="l">
              <a:defRPr sz="1950" b="1" i="0">
                <a:solidFill>
                  <a:srgbClr val="17231D"/>
                </a:solidFill>
                <a:latin typeface="Arial"/>
                <a:ea typeface="Arial"/>
                <a:cs typeface="Arial"/>
              </a:defRPr>
            </a:pPr>
            <a:r>
              <a:rPr sz="1950" b="1" i="0">
                <a:solidFill>
                  <a:srgbClr val="17231D"/>
                </a:solidFill>
                <a:latin typeface="Arial"/>
                <a:ea typeface="Arial"/>
                <a:cs typeface="Arial"/>
              </a:rPr>
              <a:t>Separate</a:t>
            </a:r>
          </a:p>
        </p:txBody>
      </p:sp>
      <p:sp>
        <p:nvSpPr>
          <p:cNvPr id="15" name="Rectangle 14">
            <a:extLst>
              <a:ext uri="{FF2B5EF4-FFF2-40B4-BE49-F238E27FC236}">
                <a16:creationId xmlns:a16="http://schemas.microsoft.com/office/drawing/2014/main" id="{5894667F-3E6A-4212-9E1E-E6FCC8A66010}"/>
              </a:ext>
            </a:extLst>
          </p:cNvPr>
          <p:cNvSpPr>
            <a:spLocks noGrp="1"/>
          </p:cNvSpPr>
          <p:nvPr/>
        </p:nvSpPr>
        <p:spPr>
          <a:xfrm>
            <a:off x="2886075" y="3886200"/>
            <a:ext cx="1952625" cy="1066800"/>
          </a:xfrm>
          <a:prstGeom prst="rect">
            <a:avLst/>
          </a:prstGeom>
          <a:noFill/>
          <a:ln w="0">
            <a:noFill/>
            <a:prstDash val="solid"/>
          </a:ln>
        </p:spPr>
        <p:txBody>
          <a:bodyPr wrap="square" lIns="0" tIns="0" rIns="0" bIns="0" anchor="t">
            <a:noAutofit/>
          </a:bodyPr>
          <a:lstStyle>
            <a:defPPr algn="l">
              <a:defRPr sz="1500" b="0" i="0">
                <a:solidFill>
                  <a:srgbClr val="4E5B53"/>
                </a:solidFill>
                <a:latin typeface="Arial"/>
                <a:ea typeface="Arial"/>
                <a:cs typeface="Arial"/>
              </a:defRPr>
            </a:defPPr>
            <a:lvl1pPr algn="l">
              <a:defRPr sz="1500" b="0" i="0">
                <a:solidFill>
                  <a:srgbClr val="4E5B53"/>
                </a:solidFill>
                <a:latin typeface="Arial"/>
                <a:ea typeface="Arial"/>
                <a:cs typeface="Arial"/>
              </a:defRPr>
            </a:lvl1pPr>
            <a:lvl2pPr algn="l">
              <a:defRPr sz="1500" b="0" i="0">
                <a:solidFill>
                  <a:srgbClr val="4E5B53"/>
                </a:solidFill>
                <a:latin typeface="Arial"/>
                <a:ea typeface="Arial"/>
                <a:cs typeface="Arial"/>
              </a:defRPr>
            </a:lvl2pPr>
            <a:lvl3pPr algn="l">
              <a:defRPr sz="1500" b="0" i="0">
                <a:solidFill>
                  <a:srgbClr val="4E5B53"/>
                </a:solidFill>
                <a:latin typeface="Arial"/>
                <a:ea typeface="Arial"/>
                <a:cs typeface="Arial"/>
              </a:defRPr>
            </a:lvl3pPr>
            <a:lvl4pPr algn="l">
              <a:defRPr sz="1500" b="0" i="0">
                <a:solidFill>
                  <a:srgbClr val="4E5B53"/>
                </a:solidFill>
                <a:latin typeface="Arial"/>
                <a:ea typeface="Arial"/>
                <a:cs typeface="Arial"/>
              </a:defRPr>
            </a:lvl4pPr>
            <a:lvl5pPr algn="l">
              <a:defRPr sz="1500" b="0" i="0">
                <a:solidFill>
                  <a:srgbClr val="4E5B53"/>
                </a:solidFill>
                <a:latin typeface="Arial"/>
                <a:ea typeface="Arial"/>
                <a:cs typeface="Arial"/>
              </a:defRPr>
            </a:lvl5pPr>
            <a:lvl6pPr algn="l">
              <a:defRPr sz="1500" b="0" i="0">
                <a:solidFill>
                  <a:srgbClr val="4E5B53"/>
                </a:solidFill>
                <a:latin typeface="Arial"/>
                <a:ea typeface="Arial"/>
                <a:cs typeface="Arial"/>
              </a:defRPr>
            </a:lvl6pPr>
            <a:lvl7pPr algn="l">
              <a:defRPr sz="1500" b="0" i="0">
                <a:solidFill>
                  <a:srgbClr val="4E5B53"/>
                </a:solidFill>
                <a:latin typeface="Arial"/>
                <a:ea typeface="Arial"/>
                <a:cs typeface="Arial"/>
              </a:defRPr>
            </a:lvl7pPr>
            <a:lvl8pPr algn="l">
              <a:defRPr sz="1500" b="0" i="0">
                <a:solidFill>
                  <a:srgbClr val="4E5B53"/>
                </a:solidFill>
                <a:latin typeface="Arial"/>
                <a:ea typeface="Arial"/>
                <a:cs typeface="Arial"/>
              </a:defRPr>
            </a:lvl8pPr>
            <a:lvl9pPr algn="l">
              <a:defRPr sz="1500" b="0" i="0">
                <a:solidFill>
                  <a:srgbClr val="4E5B53"/>
                </a:solidFill>
                <a:latin typeface="Arial"/>
                <a:ea typeface="Arial"/>
                <a:cs typeface="Arial"/>
              </a:defRPr>
            </a:lvl9pPr>
          </a:lstStyle>
          <a:p>
            <a:pPr algn="l">
              <a:defRPr sz="1500" b="0" i="0">
                <a:solidFill>
                  <a:srgbClr val="4E5B53"/>
                </a:solidFill>
                <a:latin typeface="Arial"/>
                <a:ea typeface="Arial"/>
                <a:cs typeface="Arial"/>
              </a:defRPr>
            </a:pPr>
            <a:r>
              <a:rPr sz="1500" b="0" i="0">
                <a:solidFill>
                  <a:srgbClr val="4E5B53"/>
                </a:solidFill>
                <a:latin typeface="Arial"/>
                <a:ea typeface="Arial"/>
                <a:cs typeface="Arial"/>
              </a:rPr>
              <a:t>Keep materials apart so they can reach the right recovery route.</a:t>
            </a:r>
          </a:p>
        </p:txBody>
      </p:sp>
      <p:sp>
        <p:nvSpPr>
          <p:cNvPr id="16" name="Rectangle 15">
            <a:extLst>
              <a:ext uri="{FF2B5EF4-FFF2-40B4-BE49-F238E27FC236}">
                <a16:creationId xmlns:a16="http://schemas.microsoft.com/office/drawing/2014/main" id="{1482AC75-81B2-44B2-BD2D-17A6A4154FA8}"/>
              </a:ext>
            </a:extLst>
          </p:cNvPr>
          <p:cNvSpPr>
            <a:spLocks noGrp="1"/>
          </p:cNvSpPr>
          <p:nvPr/>
        </p:nvSpPr>
        <p:spPr>
          <a:xfrm>
            <a:off x="2886075" y="5143500"/>
            <a:ext cx="571500" cy="28575"/>
          </a:xfrm>
          <a:prstGeom prst="rect">
            <a:avLst/>
          </a:prstGeom>
          <a:solidFill>
            <a:srgbClr val="82977F"/>
          </a:solidFill>
          <a:ln w="0">
            <a:noFill/>
            <a:prstDash val="solid"/>
          </a:ln>
        </p:spPr>
      </p:sp>
      <p:sp>
        <p:nvSpPr>
          <p:cNvPr id="17" name="Rectangle 16">
            <a:extLst>
              <a:ext uri="{FF2B5EF4-FFF2-40B4-BE49-F238E27FC236}">
                <a16:creationId xmlns:a16="http://schemas.microsoft.com/office/drawing/2014/main" id="{A3AF01B7-9915-40CB-B7F8-D39983603DC9}"/>
              </a:ext>
            </a:extLst>
          </p:cNvPr>
          <p:cNvSpPr>
            <a:spLocks noGrp="1"/>
          </p:cNvSpPr>
          <p:nvPr/>
        </p:nvSpPr>
        <p:spPr>
          <a:xfrm>
            <a:off x="2886075" y="5276850"/>
            <a:ext cx="1952625" cy="228600"/>
          </a:xfrm>
          <a:prstGeom prst="rect">
            <a:avLst/>
          </a:prstGeom>
          <a:noFill/>
          <a:ln w="0">
            <a:noFill/>
            <a:prstDash val="solid"/>
          </a:ln>
        </p:spPr>
        <p:txBody>
          <a:bodyPr wrap="square" lIns="0" tIns="0" rIns="0" bIns="0" anchor="t">
            <a:noAutofit/>
          </a:bodyPr>
          <a:lstStyle>
            <a:defPPr algn="l">
              <a:defRPr sz="1050" b="1" i="0">
                <a:solidFill>
                  <a:srgbClr val="737B71"/>
                </a:solidFill>
                <a:latin typeface="Arial"/>
                <a:ea typeface="Arial"/>
                <a:cs typeface="Arial"/>
              </a:defRPr>
            </a:defPPr>
            <a:lvl1pPr algn="l">
              <a:defRPr sz="1050" b="1" i="0">
                <a:solidFill>
                  <a:srgbClr val="737B71"/>
                </a:solidFill>
                <a:latin typeface="Arial"/>
                <a:ea typeface="Arial"/>
                <a:cs typeface="Arial"/>
              </a:defRPr>
            </a:lvl1pPr>
            <a:lvl2pPr algn="l">
              <a:defRPr sz="1050" b="1" i="0">
                <a:solidFill>
                  <a:srgbClr val="737B71"/>
                </a:solidFill>
                <a:latin typeface="Arial"/>
                <a:ea typeface="Arial"/>
                <a:cs typeface="Arial"/>
              </a:defRPr>
            </a:lvl2pPr>
            <a:lvl3pPr algn="l">
              <a:defRPr sz="1050" b="1" i="0">
                <a:solidFill>
                  <a:srgbClr val="737B71"/>
                </a:solidFill>
                <a:latin typeface="Arial"/>
                <a:ea typeface="Arial"/>
                <a:cs typeface="Arial"/>
              </a:defRPr>
            </a:lvl3pPr>
            <a:lvl4pPr algn="l">
              <a:defRPr sz="1050" b="1" i="0">
                <a:solidFill>
                  <a:srgbClr val="737B71"/>
                </a:solidFill>
                <a:latin typeface="Arial"/>
                <a:ea typeface="Arial"/>
                <a:cs typeface="Arial"/>
              </a:defRPr>
            </a:lvl4pPr>
            <a:lvl5pPr algn="l">
              <a:defRPr sz="1050" b="1" i="0">
                <a:solidFill>
                  <a:srgbClr val="737B71"/>
                </a:solidFill>
                <a:latin typeface="Arial"/>
                <a:ea typeface="Arial"/>
                <a:cs typeface="Arial"/>
              </a:defRPr>
            </a:lvl5pPr>
            <a:lvl6pPr algn="l">
              <a:defRPr sz="1050" b="1" i="0">
                <a:solidFill>
                  <a:srgbClr val="737B71"/>
                </a:solidFill>
                <a:latin typeface="Arial"/>
                <a:ea typeface="Arial"/>
                <a:cs typeface="Arial"/>
              </a:defRPr>
            </a:lvl6pPr>
            <a:lvl7pPr algn="l">
              <a:defRPr sz="1050" b="1" i="0">
                <a:solidFill>
                  <a:srgbClr val="737B71"/>
                </a:solidFill>
                <a:latin typeface="Arial"/>
                <a:ea typeface="Arial"/>
                <a:cs typeface="Arial"/>
              </a:defRPr>
            </a:lvl7pPr>
            <a:lvl8pPr algn="l">
              <a:defRPr sz="1050" b="1" i="0">
                <a:solidFill>
                  <a:srgbClr val="737B71"/>
                </a:solidFill>
                <a:latin typeface="Arial"/>
                <a:ea typeface="Arial"/>
                <a:cs typeface="Arial"/>
              </a:defRPr>
            </a:lvl8pPr>
            <a:lvl9pPr algn="l">
              <a:defRPr sz="1050" b="1" i="0">
                <a:solidFill>
                  <a:srgbClr val="737B71"/>
                </a:solidFill>
                <a:latin typeface="Arial"/>
                <a:ea typeface="Arial"/>
                <a:cs typeface="Arial"/>
              </a:defRPr>
            </a:lvl9pPr>
          </a:lstStyle>
          <a:p>
            <a:pPr algn="l">
              <a:defRPr sz="1050" b="1" i="0">
                <a:solidFill>
                  <a:srgbClr val="737B71"/>
                </a:solidFill>
                <a:latin typeface="Arial"/>
                <a:ea typeface="Arial"/>
                <a:cs typeface="Arial"/>
              </a:defRPr>
            </a:pPr>
            <a:r>
              <a:rPr sz="1050" b="1" i="0">
                <a:solidFill>
                  <a:srgbClr val="737B71"/>
                </a:solidFill>
                <a:latin typeface="Arial"/>
                <a:ea typeface="Arial"/>
                <a:cs typeface="Arial"/>
              </a:rPr>
              <a:t>RESIDENT ACTION</a:t>
            </a:r>
          </a:p>
        </p:txBody>
      </p:sp>
      <p:sp>
        <p:nvSpPr>
          <p:cNvPr id="18" name="Oval 17">
            <a:extLst>
              <a:ext uri="{FF2B5EF4-FFF2-40B4-BE49-F238E27FC236}">
                <a16:creationId xmlns:a16="http://schemas.microsoft.com/office/drawing/2014/main" id="{4AA86871-576C-4FDF-A41F-BEF760F3C8DB}"/>
              </a:ext>
            </a:extLst>
          </p:cNvPr>
          <p:cNvSpPr>
            <a:spLocks noGrp="1"/>
          </p:cNvSpPr>
          <p:nvPr/>
        </p:nvSpPr>
        <p:spPr>
          <a:xfrm>
            <a:off x="5776913" y="2533650"/>
            <a:ext cx="457200" cy="457200"/>
          </a:xfrm>
          <a:prstGeom prst="ellipse">
            <a:avLst/>
          </a:prstGeom>
          <a:solidFill>
            <a:srgbClr val="9FB5A7"/>
          </a:solidFill>
          <a:ln w="0">
            <a:noFill/>
            <a:prstDash val="solid"/>
          </a:ln>
        </p:spPr>
      </p:sp>
      <p:sp>
        <p:nvSpPr>
          <p:cNvPr id="19" name="Rectangle 18">
            <a:extLst>
              <a:ext uri="{FF2B5EF4-FFF2-40B4-BE49-F238E27FC236}">
                <a16:creationId xmlns:a16="http://schemas.microsoft.com/office/drawing/2014/main" id="{8E9BAC70-E02A-45DC-A661-1C7D5DBF3EB7}"/>
              </a:ext>
            </a:extLst>
          </p:cNvPr>
          <p:cNvSpPr>
            <a:spLocks noGrp="1"/>
          </p:cNvSpPr>
          <p:nvPr/>
        </p:nvSpPr>
        <p:spPr>
          <a:xfrm>
            <a:off x="5834063" y="2657475"/>
            <a:ext cx="342900" cy="209550"/>
          </a:xfrm>
          <a:prstGeom prst="rect">
            <a:avLst/>
          </a:prstGeom>
          <a:noFill/>
          <a:ln w="0">
            <a:noFill/>
            <a:prstDash val="solid"/>
          </a:ln>
        </p:spPr>
        <p:txBody>
          <a:bodyPr wrap="square" lIns="0" tIns="0" rIns="0" bIns="0" anchor="ctr">
            <a:noAutofit/>
          </a:bodyPr>
          <a:lstStyle>
            <a:defPPr algn="ctr">
              <a:defRPr sz="1125" b="1" i="0">
                <a:solidFill>
                  <a:srgbClr val="17382D"/>
                </a:solidFill>
                <a:latin typeface="Arial"/>
                <a:ea typeface="Arial"/>
                <a:cs typeface="Arial"/>
              </a:defRPr>
            </a:defPPr>
            <a:lvl1pPr algn="ctr">
              <a:defRPr sz="1125" b="1" i="0">
                <a:solidFill>
                  <a:srgbClr val="17382D"/>
                </a:solidFill>
                <a:latin typeface="Arial"/>
                <a:ea typeface="Arial"/>
                <a:cs typeface="Arial"/>
              </a:defRPr>
            </a:lvl1pPr>
            <a:lvl2pPr algn="ctr">
              <a:defRPr sz="1125" b="1" i="0">
                <a:solidFill>
                  <a:srgbClr val="17382D"/>
                </a:solidFill>
                <a:latin typeface="Arial"/>
                <a:ea typeface="Arial"/>
                <a:cs typeface="Arial"/>
              </a:defRPr>
            </a:lvl2pPr>
            <a:lvl3pPr algn="ctr">
              <a:defRPr sz="1125" b="1" i="0">
                <a:solidFill>
                  <a:srgbClr val="17382D"/>
                </a:solidFill>
                <a:latin typeface="Arial"/>
                <a:ea typeface="Arial"/>
                <a:cs typeface="Arial"/>
              </a:defRPr>
            </a:lvl3pPr>
            <a:lvl4pPr algn="ctr">
              <a:defRPr sz="1125" b="1" i="0">
                <a:solidFill>
                  <a:srgbClr val="17382D"/>
                </a:solidFill>
                <a:latin typeface="Arial"/>
                <a:ea typeface="Arial"/>
                <a:cs typeface="Arial"/>
              </a:defRPr>
            </a:lvl4pPr>
            <a:lvl5pPr algn="ctr">
              <a:defRPr sz="1125" b="1" i="0">
                <a:solidFill>
                  <a:srgbClr val="17382D"/>
                </a:solidFill>
                <a:latin typeface="Arial"/>
                <a:ea typeface="Arial"/>
                <a:cs typeface="Arial"/>
              </a:defRPr>
            </a:lvl5pPr>
            <a:lvl6pPr algn="ctr">
              <a:defRPr sz="1125" b="1" i="0">
                <a:solidFill>
                  <a:srgbClr val="17382D"/>
                </a:solidFill>
                <a:latin typeface="Arial"/>
                <a:ea typeface="Arial"/>
                <a:cs typeface="Arial"/>
              </a:defRPr>
            </a:lvl6pPr>
            <a:lvl7pPr algn="ctr">
              <a:defRPr sz="1125" b="1" i="0">
                <a:solidFill>
                  <a:srgbClr val="17382D"/>
                </a:solidFill>
                <a:latin typeface="Arial"/>
                <a:ea typeface="Arial"/>
                <a:cs typeface="Arial"/>
              </a:defRPr>
            </a:lvl7pPr>
            <a:lvl8pPr algn="ctr">
              <a:defRPr sz="1125" b="1" i="0">
                <a:solidFill>
                  <a:srgbClr val="17382D"/>
                </a:solidFill>
                <a:latin typeface="Arial"/>
                <a:ea typeface="Arial"/>
                <a:cs typeface="Arial"/>
              </a:defRPr>
            </a:lvl8pPr>
            <a:lvl9pPr algn="ctr">
              <a:defRPr sz="1125" b="1" i="0">
                <a:solidFill>
                  <a:srgbClr val="17382D"/>
                </a:solidFill>
                <a:latin typeface="Arial"/>
                <a:ea typeface="Arial"/>
                <a:cs typeface="Arial"/>
              </a:defRPr>
            </a:lvl9pPr>
          </a:lstStyle>
          <a:p>
            <a:pPr algn="ctr">
              <a:defRPr sz="1125" b="1" i="0">
                <a:solidFill>
                  <a:srgbClr val="17382D"/>
                </a:solidFill>
                <a:latin typeface="Arial"/>
                <a:ea typeface="Arial"/>
                <a:cs typeface="Arial"/>
              </a:defRPr>
            </a:pPr>
            <a:r>
              <a:rPr sz="1125" b="1" i="0">
                <a:solidFill>
                  <a:srgbClr val="17382D"/>
                </a:solidFill>
                <a:latin typeface="Arial"/>
                <a:ea typeface="Arial"/>
                <a:cs typeface="Arial"/>
              </a:rPr>
              <a:t>03</a:t>
            </a:r>
          </a:p>
        </p:txBody>
      </p:sp>
      <p:sp>
        <p:nvSpPr>
          <p:cNvPr id="20" name="Rectangle 19">
            <a:extLst>
              <a:ext uri="{FF2B5EF4-FFF2-40B4-BE49-F238E27FC236}">
                <a16:creationId xmlns:a16="http://schemas.microsoft.com/office/drawing/2014/main" id="{7F5FACE6-9F8C-4AB6-8887-7993D1A8F067}"/>
              </a:ext>
            </a:extLst>
          </p:cNvPr>
          <p:cNvSpPr>
            <a:spLocks noGrp="1"/>
          </p:cNvSpPr>
          <p:nvPr/>
        </p:nvSpPr>
        <p:spPr>
          <a:xfrm>
            <a:off x="5029200" y="3238500"/>
            <a:ext cx="1952625" cy="571500"/>
          </a:xfrm>
          <a:prstGeom prst="rect">
            <a:avLst/>
          </a:prstGeom>
          <a:noFill/>
          <a:ln w="0">
            <a:noFill/>
            <a:prstDash val="solid"/>
          </a:ln>
        </p:spPr>
        <p:txBody>
          <a:bodyPr wrap="square" lIns="0" tIns="0" rIns="0" bIns="0" anchor="t">
            <a:noAutofit/>
          </a:bodyPr>
          <a:lstStyle>
            <a:defPPr algn="l">
              <a:defRPr sz="1950" b="1" i="0">
                <a:solidFill>
                  <a:srgbClr val="17231D"/>
                </a:solidFill>
                <a:latin typeface="Arial"/>
                <a:ea typeface="Arial"/>
                <a:cs typeface="Arial"/>
              </a:defRPr>
            </a:defPPr>
            <a:lvl1pPr algn="l">
              <a:defRPr sz="1950" b="1" i="0">
                <a:solidFill>
                  <a:srgbClr val="17231D"/>
                </a:solidFill>
                <a:latin typeface="Arial"/>
                <a:ea typeface="Arial"/>
                <a:cs typeface="Arial"/>
              </a:defRPr>
            </a:lvl1pPr>
            <a:lvl2pPr algn="l">
              <a:defRPr sz="1950" b="1" i="0">
                <a:solidFill>
                  <a:srgbClr val="17231D"/>
                </a:solidFill>
                <a:latin typeface="Arial"/>
                <a:ea typeface="Arial"/>
                <a:cs typeface="Arial"/>
              </a:defRPr>
            </a:lvl2pPr>
            <a:lvl3pPr algn="l">
              <a:defRPr sz="1950" b="1" i="0">
                <a:solidFill>
                  <a:srgbClr val="17231D"/>
                </a:solidFill>
                <a:latin typeface="Arial"/>
                <a:ea typeface="Arial"/>
                <a:cs typeface="Arial"/>
              </a:defRPr>
            </a:lvl3pPr>
            <a:lvl4pPr algn="l">
              <a:defRPr sz="1950" b="1" i="0">
                <a:solidFill>
                  <a:srgbClr val="17231D"/>
                </a:solidFill>
                <a:latin typeface="Arial"/>
                <a:ea typeface="Arial"/>
                <a:cs typeface="Arial"/>
              </a:defRPr>
            </a:lvl4pPr>
            <a:lvl5pPr algn="l">
              <a:defRPr sz="1950" b="1" i="0">
                <a:solidFill>
                  <a:srgbClr val="17231D"/>
                </a:solidFill>
                <a:latin typeface="Arial"/>
                <a:ea typeface="Arial"/>
                <a:cs typeface="Arial"/>
              </a:defRPr>
            </a:lvl5pPr>
            <a:lvl6pPr algn="l">
              <a:defRPr sz="1950" b="1" i="0">
                <a:solidFill>
                  <a:srgbClr val="17231D"/>
                </a:solidFill>
                <a:latin typeface="Arial"/>
                <a:ea typeface="Arial"/>
                <a:cs typeface="Arial"/>
              </a:defRPr>
            </a:lvl6pPr>
            <a:lvl7pPr algn="l">
              <a:defRPr sz="1950" b="1" i="0">
                <a:solidFill>
                  <a:srgbClr val="17231D"/>
                </a:solidFill>
                <a:latin typeface="Arial"/>
                <a:ea typeface="Arial"/>
                <a:cs typeface="Arial"/>
              </a:defRPr>
            </a:lvl7pPr>
            <a:lvl8pPr algn="l">
              <a:defRPr sz="1950" b="1" i="0">
                <a:solidFill>
                  <a:srgbClr val="17231D"/>
                </a:solidFill>
                <a:latin typeface="Arial"/>
                <a:ea typeface="Arial"/>
                <a:cs typeface="Arial"/>
              </a:defRPr>
            </a:lvl8pPr>
            <a:lvl9pPr algn="l">
              <a:defRPr sz="1950" b="1" i="0">
                <a:solidFill>
                  <a:srgbClr val="17231D"/>
                </a:solidFill>
                <a:latin typeface="Arial"/>
                <a:ea typeface="Arial"/>
                <a:cs typeface="Arial"/>
              </a:defRPr>
            </a:lvl9pPr>
          </a:lstStyle>
          <a:p>
            <a:pPr algn="l">
              <a:defRPr sz="1950" b="1" i="0">
                <a:solidFill>
                  <a:srgbClr val="17231D"/>
                </a:solidFill>
                <a:latin typeface="Arial"/>
                <a:ea typeface="Arial"/>
                <a:cs typeface="Arial"/>
              </a:defRPr>
            </a:pPr>
            <a:r>
              <a:rPr sz="1950" b="1" i="0">
                <a:solidFill>
                  <a:srgbClr val="17231D"/>
                </a:solidFill>
                <a:latin typeface="Arial"/>
                <a:ea typeface="Arial"/>
                <a:cs typeface="Arial"/>
              </a:rPr>
              <a:t>Collect</a:t>
            </a:r>
          </a:p>
        </p:txBody>
      </p:sp>
      <p:sp>
        <p:nvSpPr>
          <p:cNvPr id="21" name="Rectangle 20">
            <a:extLst>
              <a:ext uri="{FF2B5EF4-FFF2-40B4-BE49-F238E27FC236}">
                <a16:creationId xmlns:a16="http://schemas.microsoft.com/office/drawing/2014/main" id="{609C3CC2-D5D0-48BC-A962-DCC3B8E1407D}"/>
              </a:ext>
            </a:extLst>
          </p:cNvPr>
          <p:cNvSpPr>
            <a:spLocks noGrp="1"/>
          </p:cNvSpPr>
          <p:nvPr/>
        </p:nvSpPr>
        <p:spPr>
          <a:xfrm>
            <a:off x="5029200" y="3886200"/>
            <a:ext cx="1952625" cy="1066800"/>
          </a:xfrm>
          <a:prstGeom prst="rect">
            <a:avLst/>
          </a:prstGeom>
          <a:noFill/>
          <a:ln w="0">
            <a:noFill/>
            <a:prstDash val="solid"/>
          </a:ln>
        </p:spPr>
        <p:txBody>
          <a:bodyPr wrap="square" lIns="0" tIns="0" rIns="0" bIns="0" anchor="t">
            <a:noAutofit/>
          </a:bodyPr>
          <a:lstStyle>
            <a:defPPr algn="l">
              <a:defRPr sz="1500" b="0" i="0">
                <a:solidFill>
                  <a:srgbClr val="4E5B53"/>
                </a:solidFill>
                <a:latin typeface="Arial"/>
                <a:ea typeface="Arial"/>
                <a:cs typeface="Arial"/>
              </a:defRPr>
            </a:defPPr>
            <a:lvl1pPr algn="l">
              <a:defRPr sz="1500" b="0" i="0">
                <a:solidFill>
                  <a:srgbClr val="4E5B53"/>
                </a:solidFill>
                <a:latin typeface="Arial"/>
                <a:ea typeface="Arial"/>
                <a:cs typeface="Arial"/>
              </a:defRPr>
            </a:lvl1pPr>
            <a:lvl2pPr algn="l">
              <a:defRPr sz="1500" b="0" i="0">
                <a:solidFill>
                  <a:srgbClr val="4E5B53"/>
                </a:solidFill>
                <a:latin typeface="Arial"/>
                <a:ea typeface="Arial"/>
                <a:cs typeface="Arial"/>
              </a:defRPr>
            </a:lvl2pPr>
            <a:lvl3pPr algn="l">
              <a:defRPr sz="1500" b="0" i="0">
                <a:solidFill>
                  <a:srgbClr val="4E5B53"/>
                </a:solidFill>
                <a:latin typeface="Arial"/>
                <a:ea typeface="Arial"/>
                <a:cs typeface="Arial"/>
              </a:defRPr>
            </a:lvl3pPr>
            <a:lvl4pPr algn="l">
              <a:defRPr sz="1500" b="0" i="0">
                <a:solidFill>
                  <a:srgbClr val="4E5B53"/>
                </a:solidFill>
                <a:latin typeface="Arial"/>
                <a:ea typeface="Arial"/>
                <a:cs typeface="Arial"/>
              </a:defRPr>
            </a:lvl4pPr>
            <a:lvl5pPr algn="l">
              <a:defRPr sz="1500" b="0" i="0">
                <a:solidFill>
                  <a:srgbClr val="4E5B53"/>
                </a:solidFill>
                <a:latin typeface="Arial"/>
                <a:ea typeface="Arial"/>
                <a:cs typeface="Arial"/>
              </a:defRPr>
            </a:lvl5pPr>
            <a:lvl6pPr algn="l">
              <a:defRPr sz="1500" b="0" i="0">
                <a:solidFill>
                  <a:srgbClr val="4E5B53"/>
                </a:solidFill>
                <a:latin typeface="Arial"/>
                <a:ea typeface="Arial"/>
                <a:cs typeface="Arial"/>
              </a:defRPr>
            </a:lvl6pPr>
            <a:lvl7pPr algn="l">
              <a:defRPr sz="1500" b="0" i="0">
                <a:solidFill>
                  <a:srgbClr val="4E5B53"/>
                </a:solidFill>
                <a:latin typeface="Arial"/>
                <a:ea typeface="Arial"/>
                <a:cs typeface="Arial"/>
              </a:defRPr>
            </a:lvl7pPr>
            <a:lvl8pPr algn="l">
              <a:defRPr sz="1500" b="0" i="0">
                <a:solidFill>
                  <a:srgbClr val="4E5B53"/>
                </a:solidFill>
                <a:latin typeface="Arial"/>
                <a:ea typeface="Arial"/>
                <a:cs typeface="Arial"/>
              </a:defRPr>
            </a:lvl8pPr>
            <a:lvl9pPr algn="l">
              <a:defRPr sz="1500" b="0" i="0">
                <a:solidFill>
                  <a:srgbClr val="4E5B53"/>
                </a:solidFill>
                <a:latin typeface="Arial"/>
                <a:ea typeface="Arial"/>
                <a:cs typeface="Arial"/>
              </a:defRPr>
            </a:lvl9pPr>
          </a:lstStyle>
          <a:p>
            <a:pPr algn="l">
              <a:defRPr sz="1500" b="0" i="0">
                <a:solidFill>
                  <a:srgbClr val="4E5B53"/>
                </a:solidFill>
                <a:latin typeface="Arial"/>
                <a:ea typeface="Arial"/>
                <a:cs typeface="Arial"/>
              </a:defRPr>
            </a:pPr>
            <a:r>
              <a:rPr sz="1500" b="0" i="0">
                <a:solidFill>
                  <a:srgbClr val="4E5B53"/>
                </a:solidFill>
                <a:latin typeface="Arial"/>
                <a:ea typeface="Arial"/>
                <a:cs typeface="Arial"/>
              </a:rPr>
              <a:t>A future pilot would define bins, partners and collection routes.</a:t>
            </a:r>
          </a:p>
        </p:txBody>
      </p:sp>
      <p:sp>
        <p:nvSpPr>
          <p:cNvPr id="22" name="Rectangle 21">
            <a:extLst>
              <a:ext uri="{FF2B5EF4-FFF2-40B4-BE49-F238E27FC236}">
                <a16:creationId xmlns:a16="http://schemas.microsoft.com/office/drawing/2014/main" id="{AE33DA91-D364-4D97-AA0A-863A7072BFC7}"/>
              </a:ext>
            </a:extLst>
          </p:cNvPr>
          <p:cNvSpPr>
            <a:spLocks noGrp="1"/>
          </p:cNvSpPr>
          <p:nvPr/>
        </p:nvSpPr>
        <p:spPr>
          <a:xfrm>
            <a:off x="5029200" y="5143500"/>
            <a:ext cx="571500" cy="28575"/>
          </a:xfrm>
          <a:prstGeom prst="rect">
            <a:avLst/>
          </a:prstGeom>
          <a:solidFill>
            <a:srgbClr val="9FB5A7"/>
          </a:solidFill>
          <a:ln w="0">
            <a:noFill/>
            <a:prstDash val="solid"/>
          </a:ln>
        </p:spPr>
      </p:sp>
      <p:sp>
        <p:nvSpPr>
          <p:cNvPr id="23" name="Rectangle 22">
            <a:extLst>
              <a:ext uri="{FF2B5EF4-FFF2-40B4-BE49-F238E27FC236}">
                <a16:creationId xmlns:a16="http://schemas.microsoft.com/office/drawing/2014/main" id="{450370AF-EAC2-41D7-9FC3-5E45D6E08F5E}"/>
              </a:ext>
            </a:extLst>
          </p:cNvPr>
          <p:cNvSpPr>
            <a:spLocks noGrp="1"/>
          </p:cNvSpPr>
          <p:nvPr/>
        </p:nvSpPr>
        <p:spPr>
          <a:xfrm>
            <a:off x="5029200" y="5276850"/>
            <a:ext cx="1952625" cy="228600"/>
          </a:xfrm>
          <a:prstGeom prst="rect">
            <a:avLst/>
          </a:prstGeom>
          <a:noFill/>
          <a:ln w="0">
            <a:noFill/>
            <a:prstDash val="solid"/>
          </a:ln>
        </p:spPr>
        <p:txBody>
          <a:bodyPr wrap="square" lIns="0" tIns="0" rIns="0" bIns="0" anchor="t">
            <a:noAutofit/>
          </a:bodyPr>
          <a:lstStyle>
            <a:defPPr algn="l">
              <a:defRPr sz="1050" b="1" i="0">
                <a:solidFill>
                  <a:srgbClr val="737B71"/>
                </a:solidFill>
                <a:latin typeface="Arial"/>
                <a:ea typeface="Arial"/>
                <a:cs typeface="Arial"/>
              </a:defRPr>
            </a:defPPr>
            <a:lvl1pPr algn="l">
              <a:defRPr sz="1050" b="1" i="0">
                <a:solidFill>
                  <a:srgbClr val="737B71"/>
                </a:solidFill>
                <a:latin typeface="Arial"/>
                <a:ea typeface="Arial"/>
                <a:cs typeface="Arial"/>
              </a:defRPr>
            </a:lvl1pPr>
            <a:lvl2pPr algn="l">
              <a:defRPr sz="1050" b="1" i="0">
                <a:solidFill>
                  <a:srgbClr val="737B71"/>
                </a:solidFill>
                <a:latin typeface="Arial"/>
                <a:ea typeface="Arial"/>
                <a:cs typeface="Arial"/>
              </a:defRPr>
            </a:lvl2pPr>
            <a:lvl3pPr algn="l">
              <a:defRPr sz="1050" b="1" i="0">
                <a:solidFill>
                  <a:srgbClr val="737B71"/>
                </a:solidFill>
                <a:latin typeface="Arial"/>
                <a:ea typeface="Arial"/>
                <a:cs typeface="Arial"/>
              </a:defRPr>
            </a:lvl3pPr>
            <a:lvl4pPr algn="l">
              <a:defRPr sz="1050" b="1" i="0">
                <a:solidFill>
                  <a:srgbClr val="737B71"/>
                </a:solidFill>
                <a:latin typeface="Arial"/>
                <a:ea typeface="Arial"/>
                <a:cs typeface="Arial"/>
              </a:defRPr>
            </a:lvl4pPr>
            <a:lvl5pPr algn="l">
              <a:defRPr sz="1050" b="1" i="0">
                <a:solidFill>
                  <a:srgbClr val="737B71"/>
                </a:solidFill>
                <a:latin typeface="Arial"/>
                <a:ea typeface="Arial"/>
                <a:cs typeface="Arial"/>
              </a:defRPr>
            </a:lvl5pPr>
            <a:lvl6pPr algn="l">
              <a:defRPr sz="1050" b="1" i="0">
                <a:solidFill>
                  <a:srgbClr val="737B71"/>
                </a:solidFill>
                <a:latin typeface="Arial"/>
                <a:ea typeface="Arial"/>
                <a:cs typeface="Arial"/>
              </a:defRPr>
            </a:lvl6pPr>
            <a:lvl7pPr algn="l">
              <a:defRPr sz="1050" b="1" i="0">
                <a:solidFill>
                  <a:srgbClr val="737B71"/>
                </a:solidFill>
                <a:latin typeface="Arial"/>
                <a:ea typeface="Arial"/>
                <a:cs typeface="Arial"/>
              </a:defRPr>
            </a:lvl7pPr>
            <a:lvl8pPr algn="l">
              <a:defRPr sz="1050" b="1" i="0">
                <a:solidFill>
                  <a:srgbClr val="737B71"/>
                </a:solidFill>
                <a:latin typeface="Arial"/>
                <a:ea typeface="Arial"/>
                <a:cs typeface="Arial"/>
              </a:defRPr>
            </a:lvl8pPr>
            <a:lvl9pPr algn="l">
              <a:defRPr sz="1050" b="1" i="0">
                <a:solidFill>
                  <a:srgbClr val="737B71"/>
                </a:solidFill>
                <a:latin typeface="Arial"/>
                <a:ea typeface="Arial"/>
                <a:cs typeface="Arial"/>
              </a:defRPr>
            </a:lvl9pPr>
          </a:lstStyle>
          <a:p>
            <a:pPr algn="l">
              <a:defRPr sz="1050" b="1" i="0">
                <a:solidFill>
                  <a:srgbClr val="737B71"/>
                </a:solidFill>
                <a:latin typeface="Arial"/>
                <a:ea typeface="Arial"/>
                <a:cs typeface="Arial"/>
              </a:defRPr>
            </a:pPr>
            <a:r>
              <a:rPr sz="1050" b="1" i="0">
                <a:solidFill>
                  <a:srgbClr val="737B71"/>
                </a:solidFill>
                <a:latin typeface="Arial"/>
                <a:ea typeface="Arial"/>
                <a:cs typeface="Arial"/>
              </a:rPr>
              <a:t>PILOT TO DESIGN</a:t>
            </a:r>
          </a:p>
        </p:txBody>
      </p:sp>
      <p:sp>
        <p:nvSpPr>
          <p:cNvPr id="24" name="Oval 23">
            <a:extLst>
              <a:ext uri="{FF2B5EF4-FFF2-40B4-BE49-F238E27FC236}">
                <a16:creationId xmlns:a16="http://schemas.microsoft.com/office/drawing/2014/main" id="{1962341A-D433-4D39-8D50-42EC07475259}"/>
              </a:ext>
            </a:extLst>
          </p:cNvPr>
          <p:cNvSpPr>
            <a:spLocks noGrp="1"/>
          </p:cNvSpPr>
          <p:nvPr/>
        </p:nvSpPr>
        <p:spPr>
          <a:xfrm>
            <a:off x="7920038" y="2533650"/>
            <a:ext cx="457200" cy="457200"/>
          </a:xfrm>
          <a:prstGeom prst="ellipse">
            <a:avLst/>
          </a:prstGeom>
          <a:solidFill>
            <a:srgbClr val="D4AD78"/>
          </a:solidFill>
          <a:ln w="0">
            <a:noFill/>
            <a:prstDash val="solid"/>
          </a:ln>
        </p:spPr>
      </p:sp>
      <p:sp>
        <p:nvSpPr>
          <p:cNvPr id="25" name="Rectangle 24">
            <a:extLst>
              <a:ext uri="{FF2B5EF4-FFF2-40B4-BE49-F238E27FC236}">
                <a16:creationId xmlns:a16="http://schemas.microsoft.com/office/drawing/2014/main" id="{2D5545E5-907C-4EBB-8B26-AAFB183BBA26}"/>
              </a:ext>
            </a:extLst>
          </p:cNvPr>
          <p:cNvSpPr>
            <a:spLocks noGrp="1"/>
          </p:cNvSpPr>
          <p:nvPr/>
        </p:nvSpPr>
        <p:spPr>
          <a:xfrm>
            <a:off x="7977188" y="2657475"/>
            <a:ext cx="342900" cy="209550"/>
          </a:xfrm>
          <a:prstGeom prst="rect">
            <a:avLst/>
          </a:prstGeom>
          <a:noFill/>
          <a:ln w="0">
            <a:noFill/>
            <a:prstDash val="solid"/>
          </a:ln>
        </p:spPr>
        <p:txBody>
          <a:bodyPr wrap="square" lIns="0" tIns="0" rIns="0" bIns="0" anchor="ctr">
            <a:noAutofit/>
          </a:bodyPr>
          <a:lstStyle>
            <a:defPPr algn="ctr">
              <a:defRPr sz="1125" b="1" i="0">
                <a:solidFill>
                  <a:srgbClr val="17382D"/>
                </a:solidFill>
                <a:latin typeface="Arial"/>
                <a:ea typeface="Arial"/>
                <a:cs typeface="Arial"/>
              </a:defRPr>
            </a:defPPr>
            <a:lvl1pPr algn="ctr">
              <a:defRPr sz="1125" b="1" i="0">
                <a:solidFill>
                  <a:srgbClr val="17382D"/>
                </a:solidFill>
                <a:latin typeface="Arial"/>
                <a:ea typeface="Arial"/>
                <a:cs typeface="Arial"/>
              </a:defRPr>
            </a:lvl1pPr>
            <a:lvl2pPr algn="ctr">
              <a:defRPr sz="1125" b="1" i="0">
                <a:solidFill>
                  <a:srgbClr val="17382D"/>
                </a:solidFill>
                <a:latin typeface="Arial"/>
                <a:ea typeface="Arial"/>
                <a:cs typeface="Arial"/>
              </a:defRPr>
            </a:lvl2pPr>
            <a:lvl3pPr algn="ctr">
              <a:defRPr sz="1125" b="1" i="0">
                <a:solidFill>
                  <a:srgbClr val="17382D"/>
                </a:solidFill>
                <a:latin typeface="Arial"/>
                <a:ea typeface="Arial"/>
                <a:cs typeface="Arial"/>
              </a:defRPr>
            </a:lvl3pPr>
            <a:lvl4pPr algn="ctr">
              <a:defRPr sz="1125" b="1" i="0">
                <a:solidFill>
                  <a:srgbClr val="17382D"/>
                </a:solidFill>
                <a:latin typeface="Arial"/>
                <a:ea typeface="Arial"/>
                <a:cs typeface="Arial"/>
              </a:defRPr>
            </a:lvl4pPr>
            <a:lvl5pPr algn="ctr">
              <a:defRPr sz="1125" b="1" i="0">
                <a:solidFill>
                  <a:srgbClr val="17382D"/>
                </a:solidFill>
                <a:latin typeface="Arial"/>
                <a:ea typeface="Arial"/>
                <a:cs typeface="Arial"/>
              </a:defRPr>
            </a:lvl5pPr>
            <a:lvl6pPr algn="ctr">
              <a:defRPr sz="1125" b="1" i="0">
                <a:solidFill>
                  <a:srgbClr val="17382D"/>
                </a:solidFill>
                <a:latin typeface="Arial"/>
                <a:ea typeface="Arial"/>
                <a:cs typeface="Arial"/>
              </a:defRPr>
            </a:lvl6pPr>
            <a:lvl7pPr algn="ctr">
              <a:defRPr sz="1125" b="1" i="0">
                <a:solidFill>
                  <a:srgbClr val="17382D"/>
                </a:solidFill>
                <a:latin typeface="Arial"/>
                <a:ea typeface="Arial"/>
                <a:cs typeface="Arial"/>
              </a:defRPr>
            </a:lvl7pPr>
            <a:lvl8pPr algn="ctr">
              <a:defRPr sz="1125" b="1" i="0">
                <a:solidFill>
                  <a:srgbClr val="17382D"/>
                </a:solidFill>
                <a:latin typeface="Arial"/>
                <a:ea typeface="Arial"/>
                <a:cs typeface="Arial"/>
              </a:defRPr>
            </a:lvl8pPr>
            <a:lvl9pPr algn="ctr">
              <a:defRPr sz="1125" b="1" i="0">
                <a:solidFill>
                  <a:srgbClr val="17382D"/>
                </a:solidFill>
                <a:latin typeface="Arial"/>
                <a:ea typeface="Arial"/>
                <a:cs typeface="Arial"/>
              </a:defRPr>
            </a:lvl9pPr>
          </a:lstStyle>
          <a:p>
            <a:pPr algn="ctr">
              <a:defRPr sz="1125" b="1" i="0">
                <a:solidFill>
                  <a:srgbClr val="17382D"/>
                </a:solidFill>
                <a:latin typeface="Arial"/>
                <a:ea typeface="Arial"/>
                <a:cs typeface="Arial"/>
              </a:defRPr>
            </a:pPr>
            <a:r>
              <a:rPr sz="1125" b="1" i="0">
                <a:solidFill>
                  <a:srgbClr val="17382D"/>
                </a:solidFill>
                <a:latin typeface="Arial"/>
                <a:ea typeface="Arial"/>
                <a:cs typeface="Arial"/>
              </a:rPr>
              <a:t>04</a:t>
            </a:r>
          </a:p>
        </p:txBody>
      </p:sp>
      <p:sp>
        <p:nvSpPr>
          <p:cNvPr id="26" name="Rectangle 25">
            <a:extLst>
              <a:ext uri="{FF2B5EF4-FFF2-40B4-BE49-F238E27FC236}">
                <a16:creationId xmlns:a16="http://schemas.microsoft.com/office/drawing/2014/main" id="{A0EE3891-4D92-4DF4-B9A8-A2469A741294}"/>
              </a:ext>
            </a:extLst>
          </p:cNvPr>
          <p:cNvSpPr>
            <a:spLocks noGrp="1"/>
          </p:cNvSpPr>
          <p:nvPr/>
        </p:nvSpPr>
        <p:spPr>
          <a:xfrm>
            <a:off x="7172325" y="3238500"/>
            <a:ext cx="1952625" cy="571500"/>
          </a:xfrm>
          <a:prstGeom prst="rect">
            <a:avLst/>
          </a:prstGeom>
          <a:noFill/>
          <a:ln w="0">
            <a:noFill/>
            <a:prstDash val="solid"/>
          </a:ln>
        </p:spPr>
        <p:txBody>
          <a:bodyPr wrap="square" lIns="0" tIns="0" rIns="0" bIns="0" anchor="t">
            <a:noAutofit/>
          </a:bodyPr>
          <a:lstStyle>
            <a:defPPr algn="l">
              <a:defRPr sz="1950" b="1" i="0">
                <a:solidFill>
                  <a:srgbClr val="17231D"/>
                </a:solidFill>
                <a:latin typeface="Arial"/>
                <a:ea typeface="Arial"/>
                <a:cs typeface="Arial"/>
              </a:defRPr>
            </a:defPPr>
            <a:lvl1pPr algn="l">
              <a:defRPr sz="1950" b="1" i="0">
                <a:solidFill>
                  <a:srgbClr val="17231D"/>
                </a:solidFill>
                <a:latin typeface="Arial"/>
                <a:ea typeface="Arial"/>
                <a:cs typeface="Arial"/>
              </a:defRPr>
            </a:lvl1pPr>
            <a:lvl2pPr algn="l">
              <a:defRPr sz="1950" b="1" i="0">
                <a:solidFill>
                  <a:srgbClr val="17231D"/>
                </a:solidFill>
                <a:latin typeface="Arial"/>
                <a:ea typeface="Arial"/>
                <a:cs typeface="Arial"/>
              </a:defRPr>
            </a:lvl2pPr>
            <a:lvl3pPr algn="l">
              <a:defRPr sz="1950" b="1" i="0">
                <a:solidFill>
                  <a:srgbClr val="17231D"/>
                </a:solidFill>
                <a:latin typeface="Arial"/>
                <a:ea typeface="Arial"/>
                <a:cs typeface="Arial"/>
              </a:defRPr>
            </a:lvl3pPr>
            <a:lvl4pPr algn="l">
              <a:defRPr sz="1950" b="1" i="0">
                <a:solidFill>
                  <a:srgbClr val="17231D"/>
                </a:solidFill>
                <a:latin typeface="Arial"/>
                <a:ea typeface="Arial"/>
                <a:cs typeface="Arial"/>
              </a:defRPr>
            </a:lvl4pPr>
            <a:lvl5pPr algn="l">
              <a:defRPr sz="1950" b="1" i="0">
                <a:solidFill>
                  <a:srgbClr val="17231D"/>
                </a:solidFill>
                <a:latin typeface="Arial"/>
                <a:ea typeface="Arial"/>
                <a:cs typeface="Arial"/>
              </a:defRPr>
            </a:lvl5pPr>
            <a:lvl6pPr algn="l">
              <a:defRPr sz="1950" b="1" i="0">
                <a:solidFill>
                  <a:srgbClr val="17231D"/>
                </a:solidFill>
                <a:latin typeface="Arial"/>
                <a:ea typeface="Arial"/>
                <a:cs typeface="Arial"/>
              </a:defRPr>
            </a:lvl6pPr>
            <a:lvl7pPr algn="l">
              <a:defRPr sz="1950" b="1" i="0">
                <a:solidFill>
                  <a:srgbClr val="17231D"/>
                </a:solidFill>
                <a:latin typeface="Arial"/>
                <a:ea typeface="Arial"/>
                <a:cs typeface="Arial"/>
              </a:defRPr>
            </a:lvl7pPr>
            <a:lvl8pPr algn="l">
              <a:defRPr sz="1950" b="1" i="0">
                <a:solidFill>
                  <a:srgbClr val="17231D"/>
                </a:solidFill>
                <a:latin typeface="Arial"/>
                <a:ea typeface="Arial"/>
                <a:cs typeface="Arial"/>
              </a:defRPr>
            </a:lvl8pPr>
            <a:lvl9pPr algn="l">
              <a:defRPr sz="1950" b="1" i="0">
                <a:solidFill>
                  <a:srgbClr val="17231D"/>
                </a:solidFill>
                <a:latin typeface="Arial"/>
                <a:ea typeface="Arial"/>
                <a:cs typeface="Arial"/>
              </a:defRPr>
            </a:lvl9pPr>
          </a:lstStyle>
          <a:p>
            <a:pPr algn="l">
              <a:defRPr sz="1950" b="1" i="0">
                <a:solidFill>
                  <a:srgbClr val="17231D"/>
                </a:solidFill>
                <a:latin typeface="Arial"/>
                <a:ea typeface="Arial"/>
                <a:cs typeface="Arial"/>
              </a:defRPr>
            </a:pPr>
            <a:r>
              <a:rPr sz="1950" b="1" i="0">
                <a:solidFill>
                  <a:srgbClr val="17231D"/>
                </a:solidFill>
                <a:latin typeface="Arial"/>
                <a:ea typeface="Arial"/>
                <a:cs typeface="Arial"/>
              </a:rPr>
              <a:t>Recover</a:t>
            </a:r>
          </a:p>
        </p:txBody>
      </p:sp>
      <p:sp>
        <p:nvSpPr>
          <p:cNvPr id="27" name="Rectangle 26">
            <a:extLst>
              <a:ext uri="{FF2B5EF4-FFF2-40B4-BE49-F238E27FC236}">
                <a16:creationId xmlns:a16="http://schemas.microsoft.com/office/drawing/2014/main" id="{17D0213A-4C96-43FF-86AD-218D500E3D4D}"/>
              </a:ext>
            </a:extLst>
          </p:cNvPr>
          <p:cNvSpPr>
            <a:spLocks noGrp="1"/>
          </p:cNvSpPr>
          <p:nvPr/>
        </p:nvSpPr>
        <p:spPr>
          <a:xfrm>
            <a:off x="7172325" y="3886200"/>
            <a:ext cx="1952625" cy="1066800"/>
          </a:xfrm>
          <a:prstGeom prst="rect">
            <a:avLst/>
          </a:prstGeom>
          <a:noFill/>
          <a:ln w="0">
            <a:noFill/>
            <a:prstDash val="solid"/>
          </a:ln>
        </p:spPr>
        <p:txBody>
          <a:bodyPr wrap="square" lIns="0" tIns="0" rIns="0" bIns="0" anchor="t">
            <a:noAutofit/>
          </a:bodyPr>
          <a:lstStyle>
            <a:defPPr algn="l">
              <a:defRPr sz="1500" b="0" i="0">
                <a:solidFill>
                  <a:srgbClr val="4E5B53"/>
                </a:solidFill>
                <a:latin typeface="Arial"/>
                <a:ea typeface="Arial"/>
                <a:cs typeface="Arial"/>
              </a:defRPr>
            </a:defPPr>
            <a:lvl1pPr algn="l">
              <a:defRPr sz="1500" b="0" i="0">
                <a:solidFill>
                  <a:srgbClr val="4E5B53"/>
                </a:solidFill>
                <a:latin typeface="Arial"/>
                <a:ea typeface="Arial"/>
                <a:cs typeface="Arial"/>
              </a:defRPr>
            </a:lvl1pPr>
            <a:lvl2pPr algn="l">
              <a:defRPr sz="1500" b="0" i="0">
                <a:solidFill>
                  <a:srgbClr val="4E5B53"/>
                </a:solidFill>
                <a:latin typeface="Arial"/>
                <a:ea typeface="Arial"/>
                <a:cs typeface="Arial"/>
              </a:defRPr>
            </a:lvl2pPr>
            <a:lvl3pPr algn="l">
              <a:defRPr sz="1500" b="0" i="0">
                <a:solidFill>
                  <a:srgbClr val="4E5B53"/>
                </a:solidFill>
                <a:latin typeface="Arial"/>
                <a:ea typeface="Arial"/>
                <a:cs typeface="Arial"/>
              </a:defRPr>
            </a:lvl3pPr>
            <a:lvl4pPr algn="l">
              <a:defRPr sz="1500" b="0" i="0">
                <a:solidFill>
                  <a:srgbClr val="4E5B53"/>
                </a:solidFill>
                <a:latin typeface="Arial"/>
                <a:ea typeface="Arial"/>
                <a:cs typeface="Arial"/>
              </a:defRPr>
            </a:lvl4pPr>
            <a:lvl5pPr algn="l">
              <a:defRPr sz="1500" b="0" i="0">
                <a:solidFill>
                  <a:srgbClr val="4E5B53"/>
                </a:solidFill>
                <a:latin typeface="Arial"/>
                <a:ea typeface="Arial"/>
                <a:cs typeface="Arial"/>
              </a:defRPr>
            </a:lvl5pPr>
            <a:lvl6pPr algn="l">
              <a:defRPr sz="1500" b="0" i="0">
                <a:solidFill>
                  <a:srgbClr val="4E5B53"/>
                </a:solidFill>
                <a:latin typeface="Arial"/>
                <a:ea typeface="Arial"/>
                <a:cs typeface="Arial"/>
              </a:defRPr>
            </a:lvl6pPr>
            <a:lvl7pPr algn="l">
              <a:defRPr sz="1500" b="0" i="0">
                <a:solidFill>
                  <a:srgbClr val="4E5B53"/>
                </a:solidFill>
                <a:latin typeface="Arial"/>
                <a:ea typeface="Arial"/>
                <a:cs typeface="Arial"/>
              </a:defRPr>
            </a:lvl7pPr>
            <a:lvl8pPr algn="l">
              <a:defRPr sz="1500" b="0" i="0">
                <a:solidFill>
                  <a:srgbClr val="4E5B53"/>
                </a:solidFill>
                <a:latin typeface="Arial"/>
                <a:ea typeface="Arial"/>
                <a:cs typeface="Arial"/>
              </a:defRPr>
            </a:lvl8pPr>
            <a:lvl9pPr algn="l">
              <a:defRPr sz="1500" b="0" i="0">
                <a:solidFill>
                  <a:srgbClr val="4E5B53"/>
                </a:solidFill>
                <a:latin typeface="Arial"/>
                <a:ea typeface="Arial"/>
                <a:cs typeface="Arial"/>
              </a:defRPr>
            </a:lvl9pPr>
          </a:lstStyle>
          <a:p>
            <a:pPr algn="l">
              <a:defRPr sz="1500" b="0" i="0">
                <a:solidFill>
                  <a:srgbClr val="4E5B53"/>
                </a:solidFill>
                <a:latin typeface="Arial"/>
                <a:ea typeface="Arial"/>
                <a:cs typeface="Arial"/>
              </a:defRPr>
            </a:pPr>
            <a:r>
              <a:rPr sz="1500" b="0" i="0">
                <a:solidFill>
                  <a:srgbClr val="4E5B53"/>
                </a:solidFill>
                <a:latin typeface="Arial"/>
                <a:ea typeface="Arial"/>
                <a:cs typeface="Arial"/>
              </a:rPr>
              <a:t>Recycle usable materials; assess separate organics for biogas.</a:t>
            </a:r>
          </a:p>
        </p:txBody>
      </p:sp>
      <p:sp>
        <p:nvSpPr>
          <p:cNvPr id="28" name="Rectangle 27">
            <a:extLst>
              <a:ext uri="{FF2B5EF4-FFF2-40B4-BE49-F238E27FC236}">
                <a16:creationId xmlns:a16="http://schemas.microsoft.com/office/drawing/2014/main" id="{89C8EDC2-AB71-4F13-AFD4-EB98467B66F9}"/>
              </a:ext>
            </a:extLst>
          </p:cNvPr>
          <p:cNvSpPr>
            <a:spLocks noGrp="1"/>
          </p:cNvSpPr>
          <p:nvPr/>
        </p:nvSpPr>
        <p:spPr>
          <a:xfrm>
            <a:off x="7172325" y="5143500"/>
            <a:ext cx="571500" cy="28575"/>
          </a:xfrm>
          <a:prstGeom prst="rect">
            <a:avLst/>
          </a:prstGeom>
          <a:solidFill>
            <a:srgbClr val="D4AD78"/>
          </a:solidFill>
          <a:ln w="0">
            <a:noFill/>
            <a:prstDash val="solid"/>
          </a:ln>
        </p:spPr>
      </p:sp>
      <p:sp>
        <p:nvSpPr>
          <p:cNvPr id="29" name="Rectangle 28">
            <a:extLst>
              <a:ext uri="{FF2B5EF4-FFF2-40B4-BE49-F238E27FC236}">
                <a16:creationId xmlns:a16="http://schemas.microsoft.com/office/drawing/2014/main" id="{CA92598F-8F24-4E7E-96F3-F2FBC2D95EDC}"/>
              </a:ext>
            </a:extLst>
          </p:cNvPr>
          <p:cNvSpPr>
            <a:spLocks noGrp="1"/>
          </p:cNvSpPr>
          <p:nvPr/>
        </p:nvSpPr>
        <p:spPr>
          <a:xfrm>
            <a:off x="7172325" y="5276850"/>
            <a:ext cx="1952625" cy="228600"/>
          </a:xfrm>
          <a:prstGeom prst="rect">
            <a:avLst/>
          </a:prstGeom>
          <a:noFill/>
          <a:ln w="0">
            <a:noFill/>
            <a:prstDash val="solid"/>
          </a:ln>
        </p:spPr>
        <p:txBody>
          <a:bodyPr wrap="square" lIns="0" tIns="0" rIns="0" bIns="0" anchor="t">
            <a:noAutofit/>
          </a:bodyPr>
          <a:lstStyle>
            <a:defPPr algn="l">
              <a:defRPr sz="1050" b="1" i="0">
                <a:solidFill>
                  <a:srgbClr val="737B71"/>
                </a:solidFill>
                <a:latin typeface="Arial"/>
                <a:ea typeface="Arial"/>
                <a:cs typeface="Arial"/>
              </a:defRPr>
            </a:defPPr>
            <a:lvl1pPr algn="l">
              <a:defRPr sz="1050" b="1" i="0">
                <a:solidFill>
                  <a:srgbClr val="737B71"/>
                </a:solidFill>
                <a:latin typeface="Arial"/>
                <a:ea typeface="Arial"/>
                <a:cs typeface="Arial"/>
              </a:defRPr>
            </a:lvl1pPr>
            <a:lvl2pPr algn="l">
              <a:defRPr sz="1050" b="1" i="0">
                <a:solidFill>
                  <a:srgbClr val="737B71"/>
                </a:solidFill>
                <a:latin typeface="Arial"/>
                <a:ea typeface="Arial"/>
                <a:cs typeface="Arial"/>
              </a:defRPr>
            </a:lvl2pPr>
            <a:lvl3pPr algn="l">
              <a:defRPr sz="1050" b="1" i="0">
                <a:solidFill>
                  <a:srgbClr val="737B71"/>
                </a:solidFill>
                <a:latin typeface="Arial"/>
                <a:ea typeface="Arial"/>
                <a:cs typeface="Arial"/>
              </a:defRPr>
            </a:lvl3pPr>
            <a:lvl4pPr algn="l">
              <a:defRPr sz="1050" b="1" i="0">
                <a:solidFill>
                  <a:srgbClr val="737B71"/>
                </a:solidFill>
                <a:latin typeface="Arial"/>
                <a:ea typeface="Arial"/>
                <a:cs typeface="Arial"/>
              </a:defRPr>
            </a:lvl4pPr>
            <a:lvl5pPr algn="l">
              <a:defRPr sz="1050" b="1" i="0">
                <a:solidFill>
                  <a:srgbClr val="737B71"/>
                </a:solidFill>
                <a:latin typeface="Arial"/>
                <a:ea typeface="Arial"/>
                <a:cs typeface="Arial"/>
              </a:defRPr>
            </a:lvl5pPr>
            <a:lvl6pPr algn="l">
              <a:defRPr sz="1050" b="1" i="0">
                <a:solidFill>
                  <a:srgbClr val="737B71"/>
                </a:solidFill>
                <a:latin typeface="Arial"/>
                <a:ea typeface="Arial"/>
                <a:cs typeface="Arial"/>
              </a:defRPr>
            </a:lvl6pPr>
            <a:lvl7pPr algn="l">
              <a:defRPr sz="1050" b="1" i="0">
                <a:solidFill>
                  <a:srgbClr val="737B71"/>
                </a:solidFill>
                <a:latin typeface="Arial"/>
                <a:ea typeface="Arial"/>
                <a:cs typeface="Arial"/>
              </a:defRPr>
            </a:lvl7pPr>
            <a:lvl8pPr algn="l">
              <a:defRPr sz="1050" b="1" i="0">
                <a:solidFill>
                  <a:srgbClr val="737B71"/>
                </a:solidFill>
                <a:latin typeface="Arial"/>
                <a:ea typeface="Arial"/>
                <a:cs typeface="Arial"/>
              </a:defRPr>
            </a:lvl8pPr>
            <a:lvl9pPr algn="l">
              <a:defRPr sz="1050" b="1" i="0">
                <a:solidFill>
                  <a:srgbClr val="737B71"/>
                </a:solidFill>
                <a:latin typeface="Arial"/>
                <a:ea typeface="Arial"/>
                <a:cs typeface="Arial"/>
              </a:defRPr>
            </a:lvl9pPr>
          </a:lstStyle>
          <a:p>
            <a:pPr algn="l">
              <a:defRPr sz="1050" b="1" i="0">
                <a:solidFill>
                  <a:srgbClr val="737B71"/>
                </a:solidFill>
                <a:latin typeface="Arial"/>
                <a:ea typeface="Arial"/>
                <a:cs typeface="Arial"/>
              </a:defRPr>
            </a:pPr>
            <a:r>
              <a:rPr sz="1050" b="1" i="0">
                <a:solidFill>
                  <a:srgbClr val="737B71"/>
                </a:solidFill>
                <a:latin typeface="Arial"/>
                <a:ea typeface="Arial"/>
                <a:cs typeface="Arial"/>
              </a:rPr>
              <a:t>RECOVERY FIRST</a:t>
            </a:r>
          </a:p>
        </p:txBody>
      </p:sp>
      <p:sp>
        <p:nvSpPr>
          <p:cNvPr id="30" name="Oval 29">
            <a:extLst>
              <a:ext uri="{FF2B5EF4-FFF2-40B4-BE49-F238E27FC236}">
                <a16:creationId xmlns:a16="http://schemas.microsoft.com/office/drawing/2014/main" id="{B2C60B71-C04E-469F-A6D4-6F2785ADC162}"/>
              </a:ext>
            </a:extLst>
          </p:cNvPr>
          <p:cNvSpPr>
            <a:spLocks noGrp="1"/>
          </p:cNvSpPr>
          <p:nvPr/>
        </p:nvSpPr>
        <p:spPr>
          <a:xfrm>
            <a:off x="10063163" y="2533650"/>
            <a:ext cx="457200" cy="457200"/>
          </a:xfrm>
          <a:prstGeom prst="ellipse">
            <a:avLst/>
          </a:prstGeom>
          <a:solidFill>
            <a:srgbClr val="C48772"/>
          </a:solidFill>
          <a:ln w="0">
            <a:noFill/>
            <a:prstDash val="solid"/>
          </a:ln>
        </p:spPr>
      </p:sp>
      <p:sp>
        <p:nvSpPr>
          <p:cNvPr id="31" name="Rectangle 30">
            <a:extLst>
              <a:ext uri="{FF2B5EF4-FFF2-40B4-BE49-F238E27FC236}">
                <a16:creationId xmlns:a16="http://schemas.microsoft.com/office/drawing/2014/main" id="{964549A0-598C-452C-B98C-D68EBBB4715A}"/>
              </a:ext>
            </a:extLst>
          </p:cNvPr>
          <p:cNvSpPr>
            <a:spLocks noGrp="1"/>
          </p:cNvSpPr>
          <p:nvPr/>
        </p:nvSpPr>
        <p:spPr>
          <a:xfrm>
            <a:off x="10120313" y="2657475"/>
            <a:ext cx="342900" cy="209550"/>
          </a:xfrm>
          <a:prstGeom prst="rect">
            <a:avLst/>
          </a:prstGeom>
          <a:noFill/>
          <a:ln w="0">
            <a:noFill/>
            <a:prstDash val="solid"/>
          </a:ln>
        </p:spPr>
        <p:txBody>
          <a:bodyPr wrap="square" lIns="0" tIns="0" rIns="0" bIns="0" anchor="ctr">
            <a:noAutofit/>
          </a:bodyPr>
          <a:lstStyle>
            <a:defPPr algn="ctr">
              <a:defRPr sz="1125" b="1" i="0">
                <a:solidFill>
                  <a:srgbClr val="17382D"/>
                </a:solidFill>
                <a:latin typeface="Arial"/>
                <a:ea typeface="Arial"/>
                <a:cs typeface="Arial"/>
              </a:defRPr>
            </a:defPPr>
            <a:lvl1pPr algn="ctr">
              <a:defRPr sz="1125" b="1" i="0">
                <a:solidFill>
                  <a:srgbClr val="17382D"/>
                </a:solidFill>
                <a:latin typeface="Arial"/>
                <a:ea typeface="Arial"/>
                <a:cs typeface="Arial"/>
              </a:defRPr>
            </a:lvl1pPr>
            <a:lvl2pPr algn="ctr">
              <a:defRPr sz="1125" b="1" i="0">
                <a:solidFill>
                  <a:srgbClr val="17382D"/>
                </a:solidFill>
                <a:latin typeface="Arial"/>
                <a:ea typeface="Arial"/>
                <a:cs typeface="Arial"/>
              </a:defRPr>
            </a:lvl2pPr>
            <a:lvl3pPr algn="ctr">
              <a:defRPr sz="1125" b="1" i="0">
                <a:solidFill>
                  <a:srgbClr val="17382D"/>
                </a:solidFill>
                <a:latin typeface="Arial"/>
                <a:ea typeface="Arial"/>
                <a:cs typeface="Arial"/>
              </a:defRPr>
            </a:lvl3pPr>
            <a:lvl4pPr algn="ctr">
              <a:defRPr sz="1125" b="1" i="0">
                <a:solidFill>
                  <a:srgbClr val="17382D"/>
                </a:solidFill>
                <a:latin typeface="Arial"/>
                <a:ea typeface="Arial"/>
                <a:cs typeface="Arial"/>
              </a:defRPr>
            </a:lvl4pPr>
            <a:lvl5pPr algn="ctr">
              <a:defRPr sz="1125" b="1" i="0">
                <a:solidFill>
                  <a:srgbClr val="17382D"/>
                </a:solidFill>
                <a:latin typeface="Arial"/>
                <a:ea typeface="Arial"/>
                <a:cs typeface="Arial"/>
              </a:defRPr>
            </a:lvl5pPr>
            <a:lvl6pPr algn="ctr">
              <a:defRPr sz="1125" b="1" i="0">
                <a:solidFill>
                  <a:srgbClr val="17382D"/>
                </a:solidFill>
                <a:latin typeface="Arial"/>
                <a:ea typeface="Arial"/>
                <a:cs typeface="Arial"/>
              </a:defRPr>
            </a:lvl6pPr>
            <a:lvl7pPr algn="ctr">
              <a:defRPr sz="1125" b="1" i="0">
                <a:solidFill>
                  <a:srgbClr val="17382D"/>
                </a:solidFill>
                <a:latin typeface="Arial"/>
                <a:ea typeface="Arial"/>
                <a:cs typeface="Arial"/>
              </a:defRPr>
            </a:lvl7pPr>
            <a:lvl8pPr algn="ctr">
              <a:defRPr sz="1125" b="1" i="0">
                <a:solidFill>
                  <a:srgbClr val="17382D"/>
                </a:solidFill>
                <a:latin typeface="Arial"/>
                <a:ea typeface="Arial"/>
                <a:cs typeface="Arial"/>
              </a:defRPr>
            </a:lvl8pPr>
            <a:lvl9pPr algn="ctr">
              <a:defRPr sz="1125" b="1" i="0">
                <a:solidFill>
                  <a:srgbClr val="17382D"/>
                </a:solidFill>
                <a:latin typeface="Arial"/>
                <a:ea typeface="Arial"/>
                <a:cs typeface="Arial"/>
              </a:defRPr>
            </a:lvl9pPr>
          </a:lstStyle>
          <a:p>
            <a:pPr algn="ctr">
              <a:defRPr sz="1125" b="1" i="0">
                <a:solidFill>
                  <a:srgbClr val="17382D"/>
                </a:solidFill>
                <a:latin typeface="Arial"/>
                <a:ea typeface="Arial"/>
                <a:cs typeface="Arial"/>
              </a:defRPr>
            </a:pPr>
            <a:r>
              <a:rPr sz="1125" b="1" i="0">
                <a:solidFill>
                  <a:srgbClr val="17382D"/>
                </a:solidFill>
                <a:latin typeface="Arial"/>
                <a:ea typeface="Arial"/>
                <a:cs typeface="Arial"/>
              </a:rPr>
              <a:t>05</a:t>
            </a:r>
          </a:p>
        </p:txBody>
      </p:sp>
      <p:sp>
        <p:nvSpPr>
          <p:cNvPr id="32" name="Rectangle 31">
            <a:extLst>
              <a:ext uri="{FF2B5EF4-FFF2-40B4-BE49-F238E27FC236}">
                <a16:creationId xmlns:a16="http://schemas.microsoft.com/office/drawing/2014/main" id="{7C6094AF-A7C6-42A1-9F28-6BF465B1D3C8}"/>
              </a:ext>
            </a:extLst>
          </p:cNvPr>
          <p:cNvSpPr>
            <a:spLocks noGrp="1"/>
          </p:cNvSpPr>
          <p:nvPr/>
        </p:nvSpPr>
        <p:spPr>
          <a:xfrm>
            <a:off x="9315450" y="3238500"/>
            <a:ext cx="1952625" cy="571500"/>
          </a:xfrm>
          <a:prstGeom prst="rect">
            <a:avLst/>
          </a:prstGeom>
          <a:noFill/>
          <a:ln w="0">
            <a:noFill/>
            <a:prstDash val="solid"/>
          </a:ln>
        </p:spPr>
        <p:txBody>
          <a:bodyPr wrap="square" lIns="0" tIns="0" rIns="0" bIns="0" anchor="t">
            <a:noAutofit/>
          </a:bodyPr>
          <a:lstStyle>
            <a:defPPr algn="l">
              <a:defRPr sz="1950" b="1" i="0">
                <a:solidFill>
                  <a:srgbClr val="17231D"/>
                </a:solidFill>
                <a:latin typeface="Arial"/>
                <a:ea typeface="Arial"/>
                <a:cs typeface="Arial"/>
              </a:defRPr>
            </a:defPPr>
            <a:lvl1pPr algn="l">
              <a:defRPr sz="1950" b="1" i="0">
                <a:solidFill>
                  <a:srgbClr val="17231D"/>
                </a:solidFill>
                <a:latin typeface="Arial"/>
                <a:ea typeface="Arial"/>
                <a:cs typeface="Arial"/>
              </a:defRPr>
            </a:lvl1pPr>
            <a:lvl2pPr algn="l">
              <a:defRPr sz="1950" b="1" i="0">
                <a:solidFill>
                  <a:srgbClr val="17231D"/>
                </a:solidFill>
                <a:latin typeface="Arial"/>
                <a:ea typeface="Arial"/>
                <a:cs typeface="Arial"/>
              </a:defRPr>
            </a:lvl2pPr>
            <a:lvl3pPr algn="l">
              <a:defRPr sz="1950" b="1" i="0">
                <a:solidFill>
                  <a:srgbClr val="17231D"/>
                </a:solidFill>
                <a:latin typeface="Arial"/>
                <a:ea typeface="Arial"/>
                <a:cs typeface="Arial"/>
              </a:defRPr>
            </a:lvl3pPr>
            <a:lvl4pPr algn="l">
              <a:defRPr sz="1950" b="1" i="0">
                <a:solidFill>
                  <a:srgbClr val="17231D"/>
                </a:solidFill>
                <a:latin typeface="Arial"/>
                <a:ea typeface="Arial"/>
                <a:cs typeface="Arial"/>
              </a:defRPr>
            </a:lvl4pPr>
            <a:lvl5pPr algn="l">
              <a:defRPr sz="1950" b="1" i="0">
                <a:solidFill>
                  <a:srgbClr val="17231D"/>
                </a:solidFill>
                <a:latin typeface="Arial"/>
                <a:ea typeface="Arial"/>
                <a:cs typeface="Arial"/>
              </a:defRPr>
            </a:lvl5pPr>
            <a:lvl6pPr algn="l">
              <a:defRPr sz="1950" b="1" i="0">
                <a:solidFill>
                  <a:srgbClr val="17231D"/>
                </a:solidFill>
                <a:latin typeface="Arial"/>
                <a:ea typeface="Arial"/>
                <a:cs typeface="Arial"/>
              </a:defRPr>
            </a:lvl6pPr>
            <a:lvl7pPr algn="l">
              <a:defRPr sz="1950" b="1" i="0">
                <a:solidFill>
                  <a:srgbClr val="17231D"/>
                </a:solidFill>
                <a:latin typeface="Arial"/>
                <a:ea typeface="Arial"/>
                <a:cs typeface="Arial"/>
              </a:defRPr>
            </a:lvl7pPr>
            <a:lvl8pPr algn="l">
              <a:defRPr sz="1950" b="1" i="0">
                <a:solidFill>
                  <a:srgbClr val="17231D"/>
                </a:solidFill>
                <a:latin typeface="Arial"/>
                <a:ea typeface="Arial"/>
                <a:cs typeface="Arial"/>
              </a:defRPr>
            </a:lvl8pPr>
            <a:lvl9pPr algn="l">
              <a:defRPr sz="1950" b="1" i="0">
                <a:solidFill>
                  <a:srgbClr val="17231D"/>
                </a:solidFill>
                <a:latin typeface="Arial"/>
                <a:ea typeface="Arial"/>
                <a:cs typeface="Arial"/>
              </a:defRPr>
            </a:lvl9pPr>
          </a:lstStyle>
          <a:p>
            <a:pPr algn="l">
              <a:defRPr sz="1950" b="1" i="0">
                <a:solidFill>
                  <a:srgbClr val="17231D"/>
                </a:solidFill>
                <a:latin typeface="Arial"/>
                <a:ea typeface="Arial"/>
                <a:cs typeface="Arial"/>
              </a:defRPr>
            </a:pPr>
            <a:r>
              <a:rPr sz="1950" b="1" i="0">
                <a:solidFill>
                  <a:srgbClr val="17231D"/>
                </a:solidFill>
                <a:latin typeface="Arial"/>
                <a:ea typeface="Arial"/>
                <a:cs typeface="Arial"/>
              </a:rPr>
              <a:t>Use residuals</a:t>
            </a:r>
          </a:p>
        </p:txBody>
      </p:sp>
      <p:sp>
        <p:nvSpPr>
          <p:cNvPr id="33" name="Rectangle 32">
            <a:extLst>
              <a:ext uri="{FF2B5EF4-FFF2-40B4-BE49-F238E27FC236}">
                <a16:creationId xmlns:a16="http://schemas.microsoft.com/office/drawing/2014/main" id="{9B03E9D2-7D42-4E58-BEBD-C5BB380814B3}"/>
              </a:ext>
            </a:extLst>
          </p:cNvPr>
          <p:cNvSpPr>
            <a:spLocks noGrp="1"/>
          </p:cNvSpPr>
          <p:nvPr/>
        </p:nvSpPr>
        <p:spPr>
          <a:xfrm>
            <a:off x="9315450" y="3886200"/>
            <a:ext cx="1952625" cy="1066800"/>
          </a:xfrm>
          <a:prstGeom prst="rect">
            <a:avLst/>
          </a:prstGeom>
          <a:noFill/>
          <a:ln w="0">
            <a:noFill/>
            <a:prstDash val="solid"/>
          </a:ln>
        </p:spPr>
        <p:txBody>
          <a:bodyPr wrap="square" lIns="0" tIns="0" rIns="0" bIns="0" anchor="t">
            <a:noAutofit/>
          </a:bodyPr>
          <a:lstStyle>
            <a:defPPr algn="l">
              <a:defRPr sz="1500" b="0" i="0">
                <a:solidFill>
                  <a:srgbClr val="4E5B53"/>
                </a:solidFill>
                <a:latin typeface="Arial"/>
                <a:ea typeface="Arial"/>
                <a:cs typeface="Arial"/>
              </a:defRPr>
            </a:defPPr>
            <a:lvl1pPr algn="l">
              <a:defRPr sz="1500" b="0" i="0">
                <a:solidFill>
                  <a:srgbClr val="4E5B53"/>
                </a:solidFill>
                <a:latin typeface="Arial"/>
                <a:ea typeface="Arial"/>
                <a:cs typeface="Arial"/>
              </a:defRPr>
            </a:lvl1pPr>
            <a:lvl2pPr algn="l">
              <a:defRPr sz="1500" b="0" i="0">
                <a:solidFill>
                  <a:srgbClr val="4E5B53"/>
                </a:solidFill>
                <a:latin typeface="Arial"/>
                <a:ea typeface="Arial"/>
                <a:cs typeface="Arial"/>
              </a:defRPr>
            </a:lvl2pPr>
            <a:lvl3pPr algn="l">
              <a:defRPr sz="1500" b="0" i="0">
                <a:solidFill>
                  <a:srgbClr val="4E5B53"/>
                </a:solidFill>
                <a:latin typeface="Arial"/>
                <a:ea typeface="Arial"/>
                <a:cs typeface="Arial"/>
              </a:defRPr>
            </a:lvl3pPr>
            <a:lvl4pPr algn="l">
              <a:defRPr sz="1500" b="0" i="0">
                <a:solidFill>
                  <a:srgbClr val="4E5B53"/>
                </a:solidFill>
                <a:latin typeface="Arial"/>
                <a:ea typeface="Arial"/>
                <a:cs typeface="Arial"/>
              </a:defRPr>
            </a:lvl4pPr>
            <a:lvl5pPr algn="l">
              <a:defRPr sz="1500" b="0" i="0">
                <a:solidFill>
                  <a:srgbClr val="4E5B53"/>
                </a:solidFill>
                <a:latin typeface="Arial"/>
                <a:ea typeface="Arial"/>
                <a:cs typeface="Arial"/>
              </a:defRPr>
            </a:lvl5pPr>
            <a:lvl6pPr algn="l">
              <a:defRPr sz="1500" b="0" i="0">
                <a:solidFill>
                  <a:srgbClr val="4E5B53"/>
                </a:solidFill>
                <a:latin typeface="Arial"/>
                <a:ea typeface="Arial"/>
                <a:cs typeface="Arial"/>
              </a:defRPr>
            </a:lvl6pPr>
            <a:lvl7pPr algn="l">
              <a:defRPr sz="1500" b="0" i="0">
                <a:solidFill>
                  <a:srgbClr val="4E5B53"/>
                </a:solidFill>
                <a:latin typeface="Arial"/>
                <a:ea typeface="Arial"/>
                <a:cs typeface="Arial"/>
              </a:defRPr>
            </a:lvl7pPr>
            <a:lvl8pPr algn="l">
              <a:defRPr sz="1500" b="0" i="0">
                <a:solidFill>
                  <a:srgbClr val="4E5B53"/>
                </a:solidFill>
                <a:latin typeface="Arial"/>
                <a:ea typeface="Arial"/>
                <a:cs typeface="Arial"/>
              </a:defRPr>
            </a:lvl8pPr>
            <a:lvl9pPr algn="l">
              <a:defRPr sz="1500" b="0" i="0">
                <a:solidFill>
                  <a:srgbClr val="4E5B53"/>
                </a:solidFill>
                <a:latin typeface="Arial"/>
                <a:ea typeface="Arial"/>
                <a:cs typeface="Arial"/>
              </a:defRPr>
            </a:lvl9pPr>
          </a:lstStyle>
          <a:p>
            <a:pPr algn="l">
              <a:defRPr sz="1500" b="0" i="0">
                <a:solidFill>
                  <a:srgbClr val="4E5B53"/>
                </a:solidFill>
                <a:latin typeface="Arial"/>
                <a:ea typeface="Arial"/>
                <a:cs typeface="Arial"/>
              </a:defRPr>
            </a:pPr>
            <a:r>
              <a:rPr sz="1500" b="0" i="0">
                <a:solidFill>
                  <a:srgbClr val="4E5B53"/>
                </a:solidFill>
                <a:latin typeface="Arial"/>
                <a:ea typeface="Arial"/>
                <a:cs typeface="Arial"/>
              </a:rPr>
              <a:t>Study energy and heat only for the waste left after recovery.</a:t>
            </a:r>
          </a:p>
        </p:txBody>
      </p:sp>
      <p:sp>
        <p:nvSpPr>
          <p:cNvPr id="34" name="Rectangle 33">
            <a:extLst>
              <a:ext uri="{FF2B5EF4-FFF2-40B4-BE49-F238E27FC236}">
                <a16:creationId xmlns:a16="http://schemas.microsoft.com/office/drawing/2014/main" id="{0C21D968-6667-4FB9-AFA0-79DFB9404435}"/>
              </a:ext>
            </a:extLst>
          </p:cNvPr>
          <p:cNvSpPr>
            <a:spLocks noGrp="1"/>
          </p:cNvSpPr>
          <p:nvPr/>
        </p:nvSpPr>
        <p:spPr>
          <a:xfrm>
            <a:off x="9315450" y="5143500"/>
            <a:ext cx="571500" cy="28575"/>
          </a:xfrm>
          <a:prstGeom prst="rect">
            <a:avLst/>
          </a:prstGeom>
          <a:solidFill>
            <a:srgbClr val="C48772"/>
          </a:solidFill>
          <a:ln w="0">
            <a:noFill/>
            <a:prstDash val="solid"/>
          </a:ln>
        </p:spPr>
      </p:sp>
      <p:sp>
        <p:nvSpPr>
          <p:cNvPr id="35" name="Rectangle 34">
            <a:extLst>
              <a:ext uri="{FF2B5EF4-FFF2-40B4-BE49-F238E27FC236}">
                <a16:creationId xmlns:a16="http://schemas.microsoft.com/office/drawing/2014/main" id="{20DEEE72-CFDD-4947-8133-D0726CA744B6}"/>
              </a:ext>
            </a:extLst>
          </p:cNvPr>
          <p:cNvSpPr>
            <a:spLocks noGrp="1"/>
          </p:cNvSpPr>
          <p:nvPr/>
        </p:nvSpPr>
        <p:spPr>
          <a:xfrm>
            <a:off x="9315450" y="5276850"/>
            <a:ext cx="1952625" cy="228600"/>
          </a:xfrm>
          <a:prstGeom prst="rect">
            <a:avLst/>
          </a:prstGeom>
          <a:noFill/>
          <a:ln w="0">
            <a:noFill/>
            <a:prstDash val="solid"/>
          </a:ln>
        </p:spPr>
        <p:txBody>
          <a:bodyPr wrap="square" lIns="0" tIns="0" rIns="0" bIns="0" anchor="t">
            <a:noAutofit/>
          </a:bodyPr>
          <a:lstStyle>
            <a:defPPr algn="l">
              <a:defRPr sz="1050" b="1" i="0">
                <a:solidFill>
                  <a:srgbClr val="737B71"/>
                </a:solidFill>
                <a:latin typeface="Arial"/>
                <a:ea typeface="Arial"/>
                <a:cs typeface="Arial"/>
              </a:defRPr>
            </a:defPPr>
            <a:lvl1pPr algn="l">
              <a:defRPr sz="1050" b="1" i="0">
                <a:solidFill>
                  <a:srgbClr val="737B71"/>
                </a:solidFill>
                <a:latin typeface="Arial"/>
                <a:ea typeface="Arial"/>
                <a:cs typeface="Arial"/>
              </a:defRPr>
            </a:lvl1pPr>
            <a:lvl2pPr algn="l">
              <a:defRPr sz="1050" b="1" i="0">
                <a:solidFill>
                  <a:srgbClr val="737B71"/>
                </a:solidFill>
                <a:latin typeface="Arial"/>
                <a:ea typeface="Arial"/>
                <a:cs typeface="Arial"/>
              </a:defRPr>
            </a:lvl2pPr>
            <a:lvl3pPr algn="l">
              <a:defRPr sz="1050" b="1" i="0">
                <a:solidFill>
                  <a:srgbClr val="737B71"/>
                </a:solidFill>
                <a:latin typeface="Arial"/>
                <a:ea typeface="Arial"/>
                <a:cs typeface="Arial"/>
              </a:defRPr>
            </a:lvl3pPr>
            <a:lvl4pPr algn="l">
              <a:defRPr sz="1050" b="1" i="0">
                <a:solidFill>
                  <a:srgbClr val="737B71"/>
                </a:solidFill>
                <a:latin typeface="Arial"/>
                <a:ea typeface="Arial"/>
                <a:cs typeface="Arial"/>
              </a:defRPr>
            </a:lvl4pPr>
            <a:lvl5pPr algn="l">
              <a:defRPr sz="1050" b="1" i="0">
                <a:solidFill>
                  <a:srgbClr val="737B71"/>
                </a:solidFill>
                <a:latin typeface="Arial"/>
                <a:ea typeface="Arial"/>
                <a:cs typeface="Arial"/>
              </a:defRPr>
            </a:lvl5pPr>
            <a:lvl6pPr algn="l">
              <a:defRPr sz="1050" b="1" i="0">
                <a:solidFill>
                  <a:srgbClr val="737B71"/>
                </a:solidFill>
                <a:latin typeface="Arial"/>
                <a:ea typeface="Arial"/>
                <a:cs typeface="Arial"/>
              </a:defRPr>
            </a:lvl6pPr>
            <a:lvl7pPr algn="l">
              <a:defRPr sz="1050" b="1" i="0">
                <a:solidFill>
                  <a:srgbClr val="737B71"/>
                </a:solidFill>
                <a:latin typeface="Arial"/>
                <a:ea typeface="Arial"/>
                <a:cs typeface="Arial"/>
              </a:defRPr>
            </a:lvl7pPr>
            <a:lvl8pPr algn="l">
              <a:defRPr sz="1050" b="1" i="0">
                <a:solidFill>
                  <a:srgbClr val="737B71"/>
                </a:solidFill>
                <a:latin typeface="Arial"/>
                <a:ea typeface="Arial"/>
                <a:cs typeface="Arial"/>
              </a:defRPr>
            </a:lvl8pPr>
            <a:lvl9pPr algn="l">
              <a:defRPr sz="1050" b="1" i="0">
                <a:solidFill>
                  <a:srgbClr val="737B71"/>
                </a:solidFill>
                <a:latin typeface="Arial"/>
                <a:ea typeface="Arial"/>
                <a:cs typeface="Arial"/>
              </a:defRPr>
            </a:lvl9pPr>
          </a:lstStyle>
          <a:p>
            <a:pPr algn="l">
              <a:defRPr sz="1050" b="1" i="0">
                <a:solidFill>
                  <a:srgbClr val="737B71"/>
                </a:solidFill>
                <a:latin typeface="Arial"/>
                <a:ea typeface="Arial"/>
                <a:cs typeface="Arial"/>
              </a:defRPr>
            </a:pPr>
            <a:r>
              <a:rPr sz="1050" b="1" i="0">
                <a:solidFill>
                  <a:srgbClr val="737B71"/>
                </a:solidFill>
                <a:latin typeface="Arial"/>
                <a:ea typeface="Arial"/>
                <a:cs typeface="Arial"/>
              </a:rPr>
              <a:t>FEASIBILITY ONLY</a:t>
            </a:r>
          </a:p>
        </p:txBody>
      </p:sp>
      <p:sp>
        <p:nvSpPr>
          <p:cNvPr id="36" name="Rectangle 35">
            <a:extLst>
              <a:ext uri="{FF2B5EF4-FFF2-40B4-BE49-F238E27FC236}">
                <a16:creationId xmlns:a16="http://schemas.microsoft.com/office/drawing/2014/main" id="{B4F66EA2-D33F-42F2-869C-CF288A603882}"/>
              </a:ext>
            </a:extLst>
          </p:cNvPr>
          <p:cNvSpPr>
            <a:spLocks noGrp="1"/>
          </p:cNvSpPr>
          <p:nvPr/>
        </p:nvSpPr>
        <p:spPr>
          <a:xfrm>
            <a:off x="742950" y="1943100"/>
            <a:ext cx="2952750" cy="190500"/>
          </a:xfrm>
          <a:prstGeom prst="rect">
            <a:avLst/>
          </a:prstGeom>
          <a:noFill/>
          <a:ln w="0">
            <a:noFill/>
            <a:prstDash val="solid"/>
          </a:ln>
        </p:spPr>
        <p:txBody>
          <a:bodyPr wrap="square" lIns="0" tIns="0" rIns="0" bIns="0" anchor="t">
            <a:noAutofit/>
          </a:bodyPr>
          <a:lstStyle>
            <a:defPPr algn="l">
              <a:defRPr sz="1125" b="1" i="0">
                <a:solidFill>
                  <a:srgbClr val="737B71"/>
                </a:solidFill>
                <a:latin typeface="Arial"/>
                <a:ea typeface="Arial"/>
                <a:cs typeface="Arial"/>
              </a:defRPr>
            </a:defPPr>
            <a:lvl1pPr algn="l">
              <a:defRPr sz="1125" b="1" i="0">
                <a:solidFill>
                  <a:srgbClr val="737B71"/>
                </a:solidFill>
                <a:latin typeface="Arial"/>
                <a:ea typeface="Arial"/>
                <a:cs typeface="Arial"/>
              </a:defRPr>
            </a:lvl1pPr>
            <a:lvl2pPr algn="l">
              <a:defRPr sz="1125" b="1" i="0">
                <a:solidFill>
                  <a:srgbClr val="737B71"/>
                </a:solidFill>
                <a:latin typeface="Arial"/>
                <a:ea typeface="Arial"/>
                <a:cs typeface="Arial"/>
              </a:defRPr>
            </a:lvl2pPr>
            <a:lvl3pPr algn="l">
              <a:defRPr sz="1125" b="1" i="0">
                <a:solidFill>
                  <a:srgbClr val="737B71"/>
                </a:solidFill>
                <a:latin typeface="Arial"/>
                <a:ea typeface="Arial"/>
                <a:cs typeface="Arial"/>
              </a:defRPr>
            </a:lvl3pPr>
            <a:lvl4pPr algn="l">
              <a:defRPr sz="1125" b="1" i="0">
                <a:solidFill>
                  <a:srgbClr val="737B71"/>
                </a:solidFill>
                <a:latin typeface="Arial"/>
                <a:ea typeface="Arial"/>
                <a:cs typeface="Arial"/>
              </a:defRPr>
            </a:lvl4pPr>
            <a:lvl5pPr algn="l">
              <a:defRPr sz="1125" b="1" i="0">
                <a:solidFill>
                  <a:srgbClr val="737B71"/>
                </a:solidFill>
                <a:latin typeface="Arial"/>
                <a:ea typeface="Arial"/>
                <a:cs typeface="Arial"/>
              </a:defRPr>
            </a:lvl5pPr>
            <a:lvl6pPr algn="l">
              <a:defRPr sz="1125" b="1" i="0">
                <a:solidFill>
                  <a:srgbClr val="737B71"/>
                </a:solidFill>
                <a:latin typeface="Arial"/>
                <a:ea typeface="Arial"/>
                <a:cs typeface="Arial"/>
              </a:defRPr>
            </a:lvl6pPr>
            <a:lvl7pPr algn="l">
              <a:defRPr sz="1125" b="1" i="0">
                <a:solidFill>
                  <a:srgbClr val="737B71"/>
                </a:solidFill>
                <a:latin typeface="Arial"/>
                <a:ea typeface="Arial"/>
                <a:cs typeface="Arial"/>
              </a:defRPr>
            </a:lvl7pPr>
            <a:lvl8pPr algn="l">
              <a:defRPr sz="1125" b="1" i="0">
                <a:solidFill>
                  <a:srgbClr val="737B71"/>
                </a:solidFill>
                <a:latin typeface="Arial"/>
                <a:ea typeface="Arial"/>
                <a:cs typeface="Arial"/>
              </a:defRPr>
            </a:lvl8pPr>
            <a:lvl9pPr algn="l">
              <a:defRPr sz="1125" b="1" i="0">
                <a:solidFill>
                  <a:srgbClr val="737B71"/>
                </a:solidFill>
                <a:latin typeface="Arial"/>
                <a:ea typeface="Arial"/>
                <a:cs typeface="Arial"/>
              </a:defRPr>
            </a:lvl9pPr>
          </a:lstStyle>
          <a:p>
            <a:pPr algn="l">
              <a:defRPr sz="1125" b="1" i="0">
                <a:solidFill>
                  <a:srgbClr val="737B71"/>
                </a:solidFill>
                <a:latin typeface="Arial"/>
                <a:ea typeface="Arial"/>
                <a:cs typeface="Arial"/>
              </a:defRPr>
            </a:pPr>
            <a:r>
              <a:rPr sz="1125" b="1" i="0">
                <a:solidFill>
                  <a:srgbClr val="737B71"/>
                </a:solidFill>
                <a:latin typeface="Arial"/>
                <a:ea typeface="Arial"/>
                <a:cs typeface="Arial"/>
              </a:rPr>
              <a:t>DEMO NOW · CITY SYSTEM LATER</a:t>
            </a:r>
          </a:p>
        </p:txBody>
      </p:sp>
      <p:sp>
        <p:nvSpPr>
          <p:cNvPr id="37" name="Rectangle 36">
            <a:extLst>
              <a:ext uri="{FF2B5EF4-FFF2-40B4-BE49-F238E27FC236}">
                <a16:creationId xmlns:a16="http://schemas.microsoft.com/office/drawing/2014/main" id="{C45EBC5D-635D-4CE2-985F-E476D36AEEF6}"/>
              </a:ext>
            </a:extLst>
          </p:cNvPr>
          <p:cNvSpPr>
            <a:spLocks noGrp="1"/>
          </p:cNvSpPr>
          <p:nvPr/>
        </p:nvSpPr>
        <p:spPr>
          <a:xfrm>
            <a:off x="742950" y="5810250"/>
            <a:ext cx="10001250" cy="285750"/>
          </a:xfrm>
          <a:prstGeom prst="rect">
            <a:avLst/>
          </a:prstGeom>
          <a:noFill/>
          <a:ln w="0">
            <a:noFill/>
            <a:prstDash val="solid"/>
          </a:ln>
        </p:spPr>
        <p:txBody>
          <a:bodyPr wrap="square" lIns="0" tIns="0" rIns="0" bIns="0" anchor="t">
            <a:noAutofit/>
          </a:bodyPr>
          <a:lstStyle>
            <a:defPPr algn="l">
              <a:defRPr sz="1425" b="0" i="0">
                <a:solidFill>
                  <a:srgbClr val="4E5B53"/>
                </a:solidFill>
                <a:latin typeface="Arial"/>
                <a:ea typeface="Arial"/>
                <a:cs typeface="Arial"/>
              </a:defRPr>
            </a:defPPr>
            <a:lvl1pPr algn="l">
              <a:defRPr sz="1425" b="0" i="0">
                <a:solidFill>
                  <a:srgbClr val="4E5B53"/>
                </a:solidFill>
                <a:latin typeface="Arial"/>
                <a:ea typeface="Arial"/>
                <a:cs typeface="Arial"/>
              </a:defRPr>
            </a:lvl1pPr>
            <a:lvl2pPr algn="l">
              <a:defRPr sz="1425" b="0" i="0">
                <a:solidFill>
                  <a:srgbClr val="4E5B53"/>
                </a:solidFill>
                <a:latin typeface="Arial"/>
                <a:ea typeface="Arial"/>
                <a:cs typeface="Arial"/>
              </a:defRPr>
            </a:lvl2pPr>
            <a:lvl3pPr algn="l">
              <a:defRPr sz="1425" b="0" i="0">
                <a:solidFill>
                  <a:srgbClr val="4E5B53"/>
                </a:solidFill>
                <a:latin typeface="Arial"/>
                <a:ea typeface="Arial"/>
                <a:cs typeface="Arial"/>
              </a:defRPr>
            </a:lvl3pPr>
            <a:lvl4pPr algn="l">
              <a:defRPr sz="1425" b="0" i="0">
                <a:solidFill>
                  <a:srgbClr val="4E5B53"/>
                </a:solidFill>
                <a:latin typeface="Arial"/>
                <a:ea typeface="Arial"/>
                <a:cs typeface="Arial"/>
              </a:defRPr>
            </a:lvl4pPr>
            <a:lvl5pPr algn="l">
              <a:defRPr sz="1425" b="0" i="0">
                <a:solidFill>
                  <a:srgbClr val="4E5B53"/>
                </a:solidFill>
                <a:latin typeface="Arial"/>
                <a:ea typeface="Arial"/>
                <a:cs typeface="Arial"/>
              </a:defRPr>
            </a:lvl5pPr>
            <a:lvl6pPr algn="l">
              <a:defRPr sz="1425" b="0" i="0">
                <a:solidFill>
                  <a:srgbClr val="4E5B53"/>
                </a:solidFill>
                <a:latin typeface="Arial"/>
                <a:ea typeface="Arial"/>
                <a:cs typeface="Arial"/>
              </a:defRPr>
            </a:lvl6pPr>
            <a:lvl7pPr algn="l">
              <a:defRPr sz="1425" b="0" i="0">
                <a:solidFill>
                  <a:srgbClr val="4E5B53"/>
                </a:solidFill>
                <a:latin typeface="Arial"/>
                <a:ea typeface="Arial"/>
                <a:cs typeface="Arial"/>
              </a:defRPr>
            </a:lvl7pPr>
            <a:lvl8pPr algn="l">
              <a:defRPr sz="1425" b="0" i="0">
                <a:solidFill>
                  <a:srgbClr val="4E5B53"/>
                </a:solidFill>
                <a:latin typeface="Arial"/>
                <a:ea typeface="Arial"/>
                <a:cs typeface="Arial"/>
              </a:defRPr>
            </a:lvl8pPr>
            <a:lvl9pPr algn="l">
              <a:defRPr sz="1425" b="0" i="0">
                <a:solidFill>
                  <a:srgbClr val="4E5B53"/>
                </a:solidFill>
                <a:latin typeface="Arial"/>
                <a:ea typeface="Arial"/>
                <a:cs typeface="Arial"/>
              </a:defRPr>
            </a:lvl9pPr>
          </a:lstStyle>
          <a:p>
            <a:pPr algn="l">
              <a:defRPr sz="1425" b="0" i="0">
                <a:solidFill>
                  <a:srgbClr val="4E5B53"/>
                </a:solidFill>
                <a:latin typeface="Arial"/>
                <a:ea typeface="Arial"/>
                <a:cs typeface="Arial"/>
              </a:defRPr>
            </a:pPr>
            <a:r>
              <a:rPr sz="1425" b="0" i="0">
                <a:solidFill>
                  <a:srgbClr val="4E5B53"/>
                </a:solidFill>
                <a:latin typeface="Arial"/>
                <a:ea typeface="Arial"/>
                <a:cs typeface="Arial"/>
              </a:rPr>
              <a:t>No active pickup service, processing plant or project heat network is part of the current demo.</a:t>
            </a:r>
          </a:p>
        </p:txBody>
      </p:sp>
    </p:spTree>
    <p:extLst>
      <p:ext uri="{BB962C8B-B14F-4D97-AF65-F5344CB8AC3E}">
        <p14:creationId xmlns:p14="http://schemas.microsoft.com/office/powerpoint/2010/main" val="21105814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4EC"/>
        </a:solidFill>
        <a:effectLst/>
      </p:bgPr>
    </p:bg>
    <p:spTree>
      <p:nvGrpSpPr>
        <p:cNvPr id="1" name=""/>
        <p:cNvGrpSpPr/>
        <p:nvPr/>
      </p:nvGrpSpPr>
      <p:grpSpPr>
        <a:xfrm>
          <a:off x="0" y="0"/>
          <a:ext cx="0" cy="0"/>
          <a:chOff x="0" y="0"/>
          <a:chExt cx="0" cy="0"/>
        </a:xfrm>
      </p:grpSpPr>
      <p:sp>
        <p:nvSpPr>
          <p:cNvPr id="78" name="Rectangle 77">
            <a:extLst>
              <a:ext uri="{FF2B5EF4-FFF2-40B4-BE49-F238E27FC236}">
                <a16:creationId xmlns:a16="http://schemas.microsoft.com/office/drawing/2014/main" id="{67B77AEB-D746-4225-8011-8184EB5804CD}"/>
              </a:ext>
            </a:extLst>
          </p:cNvPr>
          <p:cNvSpPr>
            <a:spLocks noGrp="1"/>
          </p:cNvSpPr>
          <p:nvPr/>
        </p:nvSpPr>
        <p:spPr>
          <a:xfrm>
            <a:off x="723900" y="590550"/>
            <a:ext cx="10744200" cy="590550"/>
          </a:xfrm>
          <a:prstGeom prst="rect">
            <a:avLst/>
          </a:prstGeom>
          <a:noFill/>
          <a:ln w="0">
            <a:noFill/>
            <a:prstDash val="solid"/>
          </a:ln>
        </p:spPr>
        <p:txBody>
          <a:bodyPr wrap="square" lIns="0" tIns="0" rIns="0" bIns="0" anchor="t">
            <a:noAutofit/>
          </a:bodyPr>
          <a:lstStyle>
            <a:defPPr algn="l">
              <a:defRPr sz="3450" b="1" i="0">
                <a:solidFill>
                  <a:srgbClr val="17231D"/>
                </a:solidFill>
                <a:latin typeface="Arial"/>
                <a:ea typeface="Arial"/>
                <a:cs typeface="Arial"/>
              </a:defRPr>
            </a:defPPr>
            <a:lvl1pPr algn="l">
              <a:defRPr sz="3450" b="1" i="0">
                <a:solidFill>
                  <a:srgbClr val="17231D"/>
                </a:solidFill>
                <a:latin typeface="Arial"/>
                <a:ea typeface="Arial"/>
                <a:cs typeface="Arial"/>
              </a:defRPr>
            </a:lvl1pPr>
            <a:lvl2pPr algn="l">
              <a:defRPr sz="3450" b="1" i="0">
                <a:solidFill>
                  <a:srgbClr val="17231D"/>
                </a:solidFill>
                <a:latin typeface="Arial"/>
                <a:ea typeface="Arial"/>
                <a:cs typeface="Arial"/>
              </a:defRPr>
            </a:lvl2pPr>
            <a:lvl3pPr algn="l">
              <a:defRPr sz="3450" b="1" i="0">
                <a:solidFill>
                  <a:srgbClr val="17231D"/>
                </a:solidFill>
                <a:latin typeface="Arial"/>
                <a:ea typeface="Arial"/>
                <a:cs typeface="Arial"/>
              </a:defRPr>
            </a:lvl3pPr>
            <a:lvl4pPr algn="l">
              <a:defRPr sz="3450" b="1" i="0">
                <a:solidFill>
                  <a:srgbClr val="17231D"/>
                </a:solidFill>
                <a:latin typeface="Arial"/>
                <a:ea typeface="Arial"/>
                <a:cs typeface="Arial"/>
              </a:defRPr>
            </a:lvl4pPr>
            <a:lvl5pPr algn="l">
              <a:defRPr sz="3450" b="1" i="0">
                <a:solidFill>
                  <a:srgbClr val="17231D"/>
                </a:solidFill>
                <a:latin typeface="Arial"/>
                <a:ea typeface="Arial"/>
                <a:cs typeface="Arial"/>
              </a:defRPr>
            </a:lvl5pPr>
            <a:lvl6pPr algn="l">
              <a:defRPr sz="3450" b="1" i="0">
                <a:solidFill>
                  <a:srgbClr val="17231D"/>
                </a:solidFill>
                <a:latin typeface="Arial"/>
                <a:ea typeface="Arial"/>
                <a:cs typeface="Arial"/>
              </a:defRPr>
            </a:lvl6pPr>
            <a:lvl7pPr algn="l">
              <a:defRPr sz="3450" b="1" i="0">
                <a:solidFill>
                  <a:srgbClr val="17231D"/>
                </a:solidFill>
                <a:latin typeface="Arial"/>
                <a:ea typeface="Arial"/>
                <a:cs typeface="Arial"/>
              </a:defRPr>
            </a:lvl7pPr>
            <a:lvl8pPr algn="l">
              <a:defRPr sz="3450" b="1" i="0">
                <a:solidFill>
                  <a:srgbClr val="17231D"/>
                </a:solidFill>
                <a:latin typeface="Arial"/>
                <a:ea typeface="Arial"/>
                <a:cs typeface="Arial"/>
              </a:defRPr>
            </a:lvl8pPr>
            <a:lvl9pPr algn="l">
              <a:defRPr sz="3450" b="1" i="0">
                <a:solidFill>
                  <a:srgbClr val="17231D"/>
                </a:solidFill>
                <a:latin typeface="Arial"/>
                <a:ea typeface="Arial"/>
                <a:cs typeface="Arial"/>
              </a:defRPr>
            </a:lvl9pPr>
          </a:lstStyle>
          <a:p>
            <a:pPr algn="l">
              <a:defRPr sz="3450" b="1" i="0">
                <a:solidFill>
                  <a:srgbClr val="17231D"/>
                </a:solidFill>
                <a:latin typeface="Arial"/>
                <a:ea typeface="Arial"/>
                <a:cs typeface="Arial"/>
              </a:defRPr>
            </a:pPr>
            <a:r>
              <a:rPr sz="3450" b="1" i="0">
                <a:solidFill>
                  <a:srgbClr val="17231D"/>
                </a:solidFill>
                <a:latin typeface="Arial"/>
                <a:ea typeface="Arial"/>
                <a:cs typeface="Arial"/>
              </a:rPr>
              <a:t>The Skopje Circular map concept</a:t>
            </a:r>
          </a:p>
        </p:txBody>
      </p:sp>
      <p:sp>
        <p:nvSpPr>
          <p:cNvPr id="2" name="Rectangle 1">
            <a:extLst>
              <a:ext uri="{FF2B5EF4-FFF2-40B4-BE49-F238E27FC236}">
                <a16:creationId xmlns:a16="http://schemas.microsoft.com/office/drawing/2014/main" id="{0094CA64-95CC-4D72-AAF3-368B7FE8F84D}"/>
              </a:ext>
            </a:extLst>
          </p:cNvPr>
          <p:cNvSpPr>
            <a:spLocks noGrp="1"/>
          </p:cNvSpPr>
          <p:nvPr/>
        </p:nvSpPr>
        <p:spPr>
          <a:xfrm>
            <a:off x="742950" y="1219200"/>
            <a:ext cx="10287000" cy="381000"/>
          </a:xfrm>
          <a:prstGeom prst="rect">
            <a:avLst/>
          </a:prstGeom>
          <a:noFill/>
          <a:ln w="0">
            <a:noFill/>
            <a:prstDash val="solid"/>
          </a:ln>
        </p:spPr>
        <p:txBody>
          <a:bodyPr wrap="square" lIns="0" tIns="0" rIns="0" bIns="0" anchor="t">
            <a:noAutofit/>
          </a:bodyPr>
          <a:lstStyle>
            <a:defPPr algn="l">
              <a:defRPr sz="1650" b="0" i="0">
                <a:solidFill>
                  <a:srgbClr val="4E5B53"/>
                </a:solidFill>
                <a:latin typeface="Arial"/>
                <a:ea typeface="Arial"/>
                <a:cs typeface="Arial"/>
              </a:defRPr>
            </a:defPPr>
            <a:lvl1pPr algn="l">
              <a:defRPr sz="1650" b="0" i="0">
                <a:solidFill>
                  <a:srgbClr val="4E5B53"/>
                </a:solidFill>
                <a:latin typeface="Arial"/>
                <a:ea typeface="Arial"/>
                <a:cs typeface="Arial"/>
              </a:defRPr>
            </a:lvl1pPr>
            <a:lvl2pPr algn="l">
              <a:defRPr sz="1650" b="0" i="0">
                <a:solidFill>
                  <a:srgbClr val="4E5B53"/>
                </a:solidFill>
                <a:latin typeface="Arial"/>
                <a:ea typeface="Arial"/>
                <a:cs typeface="Arial"/>
              </a:defRPr>
            </a:lvl2pPr>
            <a:lvl3pPr algn="l">
              <a:defRPr sz="1650" b="0" i="0">
                <a:solidFill>
                  <a:srgbClr val="4E5B53"/>
                </a:solidFill>
                <a:latin typeface="Arial"/>
                <a:ea typeface="Arial"/>
                <a:cs typeface="Arial"/>
              </a:defRPr>
            </a:lvl3pPr>
            <a:lvl4pPr algn="l">
              <a:defRPr sz="1650" b="0" i="0">
                <a:solidFill>
                  <a:srgbClr val="4E5B53"/>
                </a:solidFill>
                <a:latin typeface="Arial"/>
                <a:ea typeface="Arial"/>
                <a:cs typeface="Arial"/>
              </a:defRPr>
            </a:lvl4pPr>
            <a:lvl5pPr algn="l">
              <a:defRPr sz="1650" b="0" i="0">
                <a:solidFill>
                  <a:srgbClr val="4E5B53"/>
                </a:solidFill>
                <a:latin typeface="Arial"/>
                <a:ea typeface="Arial"/>
                <a:cs typeface="Arial"/>
              </a:defRPr>
            </a:lvl5pPr>
            <a:lvl6pPr algn="l">
              <a:defRPr sz="1650" b="0" i="0">
                <a:solidFill>
                  <a:srgbClr val="4E5B53"/>
                </a:solidFill>
                <a:latin typeface="Arial"/>
                <a:ea typeface="Arial"/>
                <a:cs typeface="Arial"/>
              </a:defRPr>
            </a:lvl6pPr>
            <a:lvl7pPr algn="l">
              <a:defRPr sz="1650" b="0" i="0">
                <a:solidFill>
                  <a:srgbClr val="4E5B53"/>
                </a:solidFill>
                <a:latin typeface="Arial"/>
                <a:ea typeface="Arial"/>
                <a:cs typeface="Arial"/>
              </a:defRPr>
            </a:lvl7pPr>
            <a:lvl8pPr algn="l">
              <a:defRPr sz="1650" b="0" i="0">
                <a:solidFill>
                  <a:srgbClr val="4E5B53"/>
                </a:solidFill>
                <a:latin typeface="Arial"/>
                <a:ea typeface="Arial"/>
                <a:cs typeface="Arial"/>
              </a:defRPr>
            </a:lvl8pPr>
            <a:lvl9pPr algn="l">
              <a:defRPr sz="1650" b="0" i="0">
                <a:solidFill>
                  <a:srgbClr val="4E5B53"/>
                </a:solidFill>
                <a:latin typeface="Arial"/>
                <a:ea typeface="Arial"/>
                <a:cs typeface="Arial"/>
              </a:defRPr>
            </a:lvl9pPr>
          </a:lstStyle>
          <a:p>
            <a:pPr algn="l">
              <a:defRPr sz="1650" b="0" i="0">
                <a:solidFill>
                  <a:srgbClr val="4E5B53"/>
                </a:solidFill>
                <a:latin typeface="Arial"/>
                <a:ea typeface="Arial"/>
                <a:cs typeface="Arial"/>
              </a:defRPr>
            </a:pPr>
            <a:r>
              <a:rPr sz="1650" b="0" i="0">
                <a:solidFill>
                  <a:srgbClr val="4E5B53"/>
                </a:solidFill>
                <a:latin typeface="Arial"/>
                <a:ea typeface="Arial"/>
                <a:cs typeface="Arial"/>
              </a:rPr>
              <a:t>A map can connect verified recycling information with bin fullness and a walking route.</a:t>
            </a:r>
          </a:p>
        </p:txBody>
      </p:sp>
      <p:sp>
        <p:nvSpPr>
          <p:cNvPr id="3" name="Rectangle 2">
            <a:extLst>
              <a:ext uri="{FF2B5EF4-FFF2-40B4-BE49-F238E27FC236}">
                <a16:creationId xmlns:a16="http://schemas.microsoft.com/office/drawing/2014/main" id="{95F89DE5-E21A-4988-A57F-73F6AE2EEA65}"/>
              </a:ext>
            </a:extLst>
          </p:cNvPr>
          <p:cNvSpPr>
            <a:spLocks noGrp="1"/>
          </p:cNvSpPr>
          <p:nvPr/>
        </p:nvSpPr>
        <p:spPr>
          <a:xfrm>
            <a:off x="723900" y="1695450"/>
            <a:ext cx="10744200" cy="19050"/>
          </a:xfrm>
          <a:prstGeom prst="rect">
            <a:avLst/>
          </a:prstGeom>
          <a:solidFill>
            <a:srgbClr val="DDDED3"/>
          </a:solidFill>
          <a:ln w="0">
            <a:noFill/>
            <a:prstDash val="solid"/>
          </a:ln>
        </p:spPr>
      </p:sp>
      <p:sp>
        <p:nvSpPr>
          <p:cNvPr id="4" name="Rectangle 3">
            <a:extLst>
              <a:ext uri="{FF2B5EF4-FFF2-40B4-BE49-F238E27FC236}">
                <a16:creationId xmlns:a16="http://schemas.microsoft.com/office/drawing/2014/main" id="{9FF927F4-5364-42E9-ACC1-8F0F64BAEB6E}"/>
              </a:ext>
            </a:extLst>
          </p:cNvPr>
          <p:cNvSpPr>
            <a:spLocks noGrp="1"/>
          </p:cNvSpPr>
          <p:nvPr/>
        </p:nvSpPr>
        <p:spPr>
          <a:xfrm>
            <a:off x="10687050" y="6400800"/>
            <a:ext cx="800100" cy="190500"/>
          </a:xfrm>
          <a:prstGeom prst="rect">
            <a:avLst/>
          </a:prstGeom>
          <a:noFill/>
          <a:ln w="0">
            <a:noFill/>
            <a:prstDash val="solid"/>
          </a:ln>
        </p:spPr>
        <p:txBody>
          <a:bodyPr wrap="square" lIns="0" tIns="0" rIns="0" bIns="0" anchor="t">
            <a:noAutofit/>
          </a:bodyPr>
          <a:lstStyle>
            <a:defPPr algn="r">
              <a:defRPr sz="1050" b="0" i="0">
                <a:solidFill>
                  <a:srgbClr val="737B71"/>
                </a:solidFill>
                <a:latin typeface="Arial"/>
                <a:ea typeface="Arial"/>
                <a:cs typeface="Arial"/>
              </a:defRPr>
            </a:defPPr>
            <a:lvl1pPr algn="r">
              <a:defRPr sz="1050" b="0" i="0">
                <a:solidFill>
                  <a:srgbClr val="737B71"/>
                </a:solidFill>
                <a:latin typeface="Arial"/>
                <a:ea typeface="Arial"/>
                <a:cs typeface="Arial"/>
              </a:defRPr>
            </a:lvl1pPr>
            <a:lvl2pPr algn="r">
              <a:defRPr sz="1050" b="0" i="0">
                <a:solidFill>
                  <a:srgbClr val="737B71"/>
                </a:solidFill>
                <a:latin typeface="Arial"/>
                <a:ea typeface="Arial"/>
                <a:cs typeface="Arial"/>
              </a:defRPr>
            </a:lvl2pPr>
            <a:lvl3pPr algn="r">
              <a:defRPr sz="1050" b="0" i="0">
                <a:solidFill>
                  <a:srgbClr val="737B71"/>
                </a:solidFill>
                <a:latin typeface="Arial"/>
                <a:ea typeface="Arial"/>
                <a:cs typeface="Arial"/>
              </a:defRPr>
            </a:lvl3pPr>
            <a:lvl4pPr algn="r">
              <a:defRPr sz="1050" b="0" i="0">
                <a:solidFill>
                  <a:srgbClr val="737B71"/>
                </a:solidFill>
                <a:latin typeface="Arial"/>
                <a:ea typeface="Arial"/>
                <a:cs typeface="Arial"/>
              </a:defRPr>
            </a:lvl4pPr>
            <a:lvl5pPr algn="r">
              <a:defRPr sz="1050" b="0" i="0">
                <a:solidFill>
                  <a:srgbClr val="737B71"/>
                </a:solidFill>
                <a:latin typeface="Arial"/>
                <a:ea typeface="Arial"/>
                <a:cs typeface="Arial"/>
              </a:defRPr>
            </a:lvl5pPr>
            <a:lvl6pPr algn="r">
              <a:defRPr sz="1050" b="0" i="0">
                <a:solidFill>
                  <a:srgbClr val="737B71"/>
                </a:solidFill>
                <a:latin typeface="Arial"/>
                <a:ea typeface="Arial"/>
                <a:cs typeface="Arial"/>
              </a:defRPr>
            </a:lvl6pPr>
            <a:lvl7pPr algn="r">
              <a:defRPr sz="1050" b="0" i="0">
                <a:solidFill>
                  <a:srgbClr val="737B71"/>
                </a:solidFill>
                <a:latin typeface="Arial"/>
                <a:ea typeface="Arial"/>
                <a:cs typeface="Arial"/>
              </a:defRPr>
            </a:lvl7pPr>
            <a:lvl8pPr algn="r">
              <a:defRPr sz="1050" b="0" i="0">
                <a:solidFill>
                  <a:srgbClr val="737B71"/>
                </a:solidFill>
                <a:latin typeface="Arial"/>
                <a:ea typeface="Arial"/>
                <a:cs typeface="Arial"/>
              </a:defRPr>
            </a:lvl8pPr>
            <a:lvl9pPr algn="r">
              <a:defRPr sz="1050" b="0" i="0">
                <a:solidFill>
                  <a:srgbClr val="737B71"/>
                </a:solidFill>
                <a:latin typeface="Arial"/>
                <a:ea typeface="Arial"/>
                <a:cs typeface="Arial"/>
              </a:defRPr>
            </a:lvl9pPr>
          </a:lstStyle>
          <a:p>
            <a:pPr algn="r">
              <a:defRPr sz="1050" b="0" i="0">
                <a:solidFill>
                  <a:srgbClr val="737B71"/>
                </a:solidFill>
                <a:latin typeface="Arial"/>
                <a:ea typeface="Arial"/>
                <a:cs typeface="Arial"/>
              </a:defRPr>
            </a:pPr>
            <a:r>
              <a:rPr sz="1050" b="0" i="0">
                <a:solidFill>
                  <a:srgbClr val="737B71"/>
                </a:solidFill>
                <a:latin typeface="Arial"/>
                <a:ea typeface="Arial"/>
                <a:cs typeface="Arial"/>
              </a:rPr>
              <a:t>03 / 10</a:t>
            </a:r>
          </a:p>
        </p:txBody>
      </p:sp>
      <p:sp>
        <p:nvSpPr>
          <p:cNvPr id="5" name="Rectangle 4">
            <a:extLst>
              <a:ext uri="{FF2B5EF4-FFF2-40B4-BE49-F238E27FC236}">
                <a16:creationId xmlns:a16="http://schemas.microsoft.com/office/drawing/2014/main" id="{3FFA1F1E-8A80-4FAD-8543-B8F1A236F8CF}"/>
              </a:ext>
            </a:extLst>
          </p:cNvPr>
          <p:cNvSpPr>
            <a:spLocks noGrp="1"/>
          </p:cNvSpPr>
          <p:nvPr/>
        </p:nvSpPr>
        <p:spPr>
          <a:xfrm>
            <a:off x="781050" y="1895475"/>
            <a:ext cx="4857750" cy="209550"/>
          </a:xfrm>
          <a:prstGeom prst="rect">
            <a:avLst/>
          </a:prstGeom>
          <a:noFill/>
          <a:ln w="0">
            <a:noFill/>
            <a:prstDash val="solid"/>
          </a:ln>
        </p:spPr>
        <p:txBody>
          <a:bodyPr wrap="square" lIns="0" tIns="0" rIns="0" bIns="0" anchor="t">
            <a:noAutofit/>
          </a:bodyPr>
          <a:lstStyle>
            <a:defPPr algn="l">
              <a:defRPr sz="1125" b="1" i="0">
                <a:solidFill>
                  <a:srgbClr val="C48772"/>
                </a:solidFill>
                <a:latin typeface="Arial"/>
                <a:ea typeface="Arial"/>
                <a:cs typeface="Arial"/>
              </a:defRPr>
            </a:defPPr>
            <a:lvl1pPr algn="l">
              <a:defRPr sz="1125" b="1" i="0">
                <a:solidFill>
                  <a:srgbClr val="C48772"/>
                </a:solidFill>
                <a:latin typeface="Arial"/>
                <a:ea typeface="Arial"/>
                <a:cs typeface="Arial"/>
              </a:defRPr>
            </a:lvl1pPr>
            <a:lvl2pPr algn="l">
              <a:defRPr sz="1125" b="1" i="0">
                <a:solidFill>
                  <a:srgbClr val="C48772"/>
                </a:solidFill>
                <a:latin typeface="Arial"/>
                <a:ea typeface="Arial"/>
                <a:cs typeface="Arial"/>
              </a:defRPr>
            </a:lvl2pPr>
            <a:lvl3pPr algn="l">
              <a:defRPr sz="1125" b="1" i="0">
                <a:solidFill>
                  <a:srgbClr val="C48772"/>
                </a:solidFill>
                <a:latin typeface="Arial"/>
                <a:ea typeface="Arial"/>
                <a:cs typeface="Arial"/>
              </a:defRPr>
            </a:lvl3pPr>
            <a:lvl4pPr algn="l">
              <a:defRPr sz="1125" b="1" i="0">
                <a:solidFill>
                  <a:srgbClr val="C48772"/>
                </a:solidFill>
                <a:latin typeface="Arial"/>
                <a:ea typeface="Arial"/>
                <a:cs typeface="Arial"/>
              </a:defRPr>
            </a:lvl4pPr>
            <a:lvl5pPr algn="l">
              <a:defRPr sz="1125" b="1" i="0">
                <a:solidFill>
                  <a:srgbClr val="C48772"/>
                </a:solidFill>
                <a:latin typeface="Arial"/>
                <a:ea typeface="Arial"/>
                <a:cs typeface="Arial"/>
              </a:defRPr>
            </a:lvl5pPr>
            <a:lvl6pPr algn="l">
              <a:defRPr sz="1125" b="1" i="0">
                <a:solidFill>
                  <a:srgbClr val="C48772"/>
                </a:solidFill>
                <a:latin typeface="Arial"/>
                <a:ea typeface="Arial"/>
                <a:cs typeface="Arial"/>
              </a:defRPr>
            </a:lvl6pPr>
            <a:lvl7pPr algn="l">
              <a:defRPr sz="1125" b="1" i="0">
                <a:solidFill>
                  <a:srgbClr val="C48772"/>
                </a:solidFill>
                <a:latin typeface="Arial"/>
                <a:ea typeface="Arial"/>
                <a:cs typeface="Arial"/>
              </a:defRPr>
            </a:lvl7pPr>
            <a:lvl8pPr algn="l">
              <a:defRPr sz="1125" b="1" i="0">
                <a:solidFill>
                  <a:srgbClr val="C48772"/>
                </a:solidFill>
                <a:latin typeface="Arial"/>
                <a:ea typeface="Arial"/>
                <a:cs typeface="Arial"/>
              </a:defRPr>
            </a:lvl8pPr>
            <a:lvl9pPr algn="l">
              <a:defRPr sz="1125" b="1" i="0">
                <a:solidFill>
                  <a:srgbClr val="C48772"/>
                </a:solidFill>
                <a:latin typeface="Arial"/>
                <a:ea typeface="Arial"/>
                <a:cs typeface="Arial"/>
              </a:defRPr>
            </a:lvl9pPr>
          </a:lstStyle>
          <a:p>
            <a:pPr algn="l">
              <a:defRPr sz="1125" b="1" i="0">
                <a:solidFill>
                  <a:srgbClr val="C48772"/>
                </a:solidFill>
                <a:latin typeface="Arial"/>
                <a:ea typeface="Arial"/>
                <a:cs typeface="Arial"/>
              </a:defRPr>
            </a:pPr>
            <a:r>
              <a:rPr sz="1125" b="1" i="0">
                <a:solidFill>
                  <a:srgbClr val="C48772"/>
                </a:solidFill>
                <a:latin typeface="Arial"/>
                <a:ea typeface="Arial"/>
                <a:cs typeface="Arial"/>
              </a:rPr>
              <a:t>INTERFACE PREVIEW · NO LIVE BIN FEED</a:t>
            </a:r>
          </a:p>
        </p:txBody>
      </p:sp>
      <p:sp>
        <p:nvSpPr>
          <p:cNvPr id="6" name="Rectangle 5">
            <a:extLst>
              <a:ext uri="{FF2B5EF4-FFF2-40B4-BE49-F238E27FC236}">
                <a16:creationId xmlns:a16="http://schemas.microsoft.com/office/drawing/2014/main" id="{38631456-C903-40D4-A4E1-A78672D1F141}"/>
              </a:ext>
            </a:extLst>
          </p:cNvPr>
          <p:cNvSpPr>
            <a:spLocks noGrp="1"/>
          </p:cNvSpPr>
          <p:nvPr/>
        </p:nvSpPr>
        <p:spPr>
          <a:xfrm>
            <a:off x="723900" y="2190750"/>
            <a:ext cx="10744200" cy="3600450"/>
          </a:xfrm>
          <a:prstGeom prst="rect">
            <a:avLst/>
          </a:prstGeom>
          <a:solidFill>
            <a:srgbClr val="FFFDF8"/>
          </a:solidFill>
          <a:ln w="19050">
            <a:solidFill>
              <a:srgbClr val="DDDED3"/>
            </a:solidFill>
            <a:prstDash val="solid"/>
          </a:ln>
        </p:spPr>
      </p:sp>
      <p:sp>
        <p:nvSpPr>
          <p:cNvPr id="7" name="Rectangle 6">
            <a:extLst>
              <a:ext uri="{FF2B5EF4-FFF2-40B4-BE49-F238E27FC236}">
                <a16:creationId xmlns:a16="http://schemas.microsoft.com/office/drawing/2014/main" id="{CFC3363D-4ECB-401E-A73F-54D0F325C4B8}"/>
              </a:ext>
            </a:extLst>
          </p:cNvPr>
          <p:cNvSpPr>
            <a:spLocks noGrp="1"/>
          </p:cNvSpPr>
          <p:nvPr/>
        </p:nvSpPr>
        <p:spPr>
          <a:xfrm>
            <a:off x="723900" y="2628900"/>
            <a:ext cx="10744200" cy="9525"/>
          </a:xfrm>
          <a:prstGeom prst="rect">
            <a:avLst/>
          </a:prstGeom>
          <a:solidFill>
            <a:srgbClr val="DDDED3"/>
          </a:solidFill>
          <a:ln w="0">
            <a:noFill/>
            <a:prstDash val="solid"/>
          </a:ln>
        </p:spPr>
      </p:sp>
      <p:sp>
        <p:nvSpPr>
          <p:cNvPr id="8" name="Rectangle 7">
            <a:extLst>
              <a:ext uri="{FF2B5EF4-FFF2-40B4-BE49-F238E27FC236}">
                <a16:creationId xmlns:a16="http://schemas.microsoft.com/office/drawing/2014/main" id="{8F34E5F2-4CD1-4D9E-86DC-A36B9F19EDBB}"/>
              </a:ext>
            </a:extLst>
          </p:cNvPr>
          <p:cNvSpPr>
            <a:spLocks noGrp="1"/>
          </p:cNvSpPr>
          <p:nvPr/>
        </p:nvSpPr>
        <p:spPr>
          <a:xfrm>
            <a:off x="923925" y="2305050"/>
            <a:ext cx="2286000" cy="238125"/>
          </a:xfrm>
          <a:prstGeom prst="rect">
            <a:avLst/>
          </a:prstGeom>
          <a:noFill/>
          <a:ln w="0">
            <a:noFill/>
            <a:prstDash val="solid"/>
          </a:ln>
        </p:spPr>
        <p:txBody>
          <a:bodyPr wrap="square" lIns="0" tIns="0" rIns="0" bIns="0" anchor="t">
            <a:noAutofit/>
          </a:bodyPr>
          <a:lstStyle>
            <a:defPPr algn="l">
              <a:defRPr sz="1425" b="1" i="0">
                <a:solidFill>
                  <a:srgbClr val="17231D"/>
                </a:solidFill>
                <a:latin typeface="Arial"/>
                <a:ea typeface="Arial"/>
                <a:cs typeface="Arial"/>
              </a:defRPr>
            </a:defPPr>
            <a:lvl1pPr algn="l">
              <a:defRPr sz="1425" b="1" i="0">
                <a:solidFill>
                  <a:srgbClr val="17231D"/>
                </a:solidFill>
                <a:latin typeface="Arial"/>
                <a:ea typeface="Arial"/>
                <a:cs typeface="Arial"/>
              </a:defRPr>
            </a:lvl1pPr>
            <a:lvl2pPr algn="l">
              <a:defRPr sz="1425" b="1" i="0">
                <a:solidFill>
                  <a:srgbClr val="17231D"/>
                </a:solidFill>
                <a:latin typeface="Arial"/>
                <a:ea typeface="Arial"/>
                <a:cs typeface="Arial"/>
              </a:defRPr>
            </a:lvl2pPr>
            <a:lvl3pPr algn="l">
              <a:defRPr sz="1425" b="1" i="0">
                <a:solidFill>
                  <a:srgbClr val="17231D"/>
                </a:solidFill>
                <a:latin typeface="Arial"/>
                <a:ea typeface="Arial"/>
                <a:cs typeface="Arial"/>
              </a:defRPr>
            </a:lvl3pPr>
            <a:lvl4pPr algn="l">
              <a:defRPr sz="1425" b="1" i="0">
                <a:solidFill>
                  <a:srgbClr val="17231D"/>
                </a:solidFill>
                <a:latin typeface="Arial"/>
                <a:ea typeface="Arial"/>
                <a:cs typeface="Arial"/>
              </a:defRPr>
            </a:lvl4pPr>
            <a:lvl5pPr algn="l">
              <a:defRPr sz="1425" b="1" i="0">
                <a:solidFill>
                  <a:srgbClr val="17231D"/>
                </a:solidFill>
                <a:latin typeface="Arial"/>
                <a:ea typeface="Arial"/>
                <a:cs typeface="Arial"/>
              </a:defRPr>
            </a:lvl5pPr>
            <a:lvl6pPr algn="l">
              <a:defRPr sz="1425" b="1" i="0">
                <a:solidFill>
                  <a:srgbClr val="17231D"/>
                </a:solidFill>
                <a:latin typeface="Arial"/>
                <a:ea typeface="Arial"/>
                <a:cs typeface="Arial"/>
              </a:defRPr>
            </a:lvl6pPr>
            <a:lvl7pPr algn="l">
              <a:defRPr sz="1425" b="1" i="0">
                <a:solidFill>
                  <a:srgbClr val="17231D"/>
                </a:solidFill>
                <a:latin typeface="Arial"/>
                <a:ea typeface="Arial"/>
                <a:cs typeface="Arial"/>
              </a:defRPr>
            </a:lvl7pPr>
            <a:lvl8pPr algn="l">
              <a:defRPr sz="1425" b="1" i="0">
                <a:solidFill>
                  <a:srgbClr val="17231D"/>
                </a:solidFill>
                <a:latin typeface="Arial"/>
                <a:ea typeface="Arial"/>
                <a:cs typeface="Arial"/>
              </a:defRPr>
            </a:lvl8pPr>
            <a:lvl9pPr algn="l">
              <a:defRPr sz="1425" b="1" i="0">
                <a:solidFill>
                  <a:srgbClr val="17231D"/>
                </a:solidFill>
                <a:latin typeface="Arial"/>
                <a:ea typeface="Arial"/>
                <a:cs typeface="Arial"/>
              </a:defRPr>
            </a:lvl9pPr>
          </a:lstStyle>
          <a:p>
            <a:pPr algn="l">
              <a:defRPr sz="1425" b="1" i="0">
                <a:solidFill>
                  <a:srgbClr val="17231D"/>
                </a:solidFill>
                <a:latin typeface="Arial"/>
                <a:ea typeface="Arial"/>
                <a:cs typeface="Arial"/>
              </a:defRPr>
            </a:pPr>
            <a:r>
              <a:rPr sz="1425" b="1" i="0">
                <a:solidFill>
                  <a:srgbClr val="17231D"/>
                </a:solidFill>
                <a:latin typeface="Arial"/>
                <a:ea typeface="Arial"/>
                <a:cs typeface="Arial"/>
              </a:rPr>
              <a:t>Skopje Circular</a:t>
            </a:r>
          </a:p>
        </p:txBody>
      </p:sp>
      <p:sp>
        <p:nvSpPr>
          <p:cNvPr id="9" name="Rectangle 8">
            <a:extLst>
              <a:ext uri="{FF2B5EF4-FFF2-40B4-BE49-F238E27FC236}">
                <a16:creationId xmlns:a16="http://schemas.microsoft.com/office/drawing/2014/main" id="{CA96F71E-75C3-4834-B198-2A1AC76490BF}"/>
              </a:ext>
            </a:extLst>
          </p:cNvPr>
          <p:cNvSpPr>
            <a:spLocks noGrp="1"/>
          </p:cNvSpPr>
          <p:nvPr/>
        </p:nvSpPr>
        <p:spPr>
          <a:xfrm>
            <a:off x="8886825" y="2324100"/>
            <a:ext cx="647700" cy="209550"/>
          </a:xfrm>
          <a:prstGeom prst="rect">
            <a:avLst/>
          </a:prstGeom>
          <a:noFill/>
          <a:ln w="0">
            <a:noFill/>
            <a:prstDash val="solid"/>
          </a:ln>
        </p:spPr>
        <p:txBody>
          <a:bodyPr wrap="square" lIns="0" tIns="0" rIns="0" bIns="0" anchor="t">
            <a:noAutofit/>
          </a:bodyPr>
          <a:lstStyle>
            <a:defPPr algn="l">
              <a:defRPr sz="1200" b="1" i="0">
                <a:solidFill>
                  <a:srgbClr val="1D4B3A"/>
                </a:solidFill>
                <a:latin typeface="Arial"/>
                <a:ea typeface="Arial"/>
                <a:cs typeface="Arial"/>
              </a:defRPr>
            </a:defPPr>
            <a:lvl1pPr algn="l">
              <a:defRPr sz="1200" b="1" i="0">
                <a:solidFill>
                  <a:srgbClr val="1D4B3A"/>
                </a:solidFill>
                <a:latin typeface="Arial"/>
                <a:ea typeface="Arial"/>
                <a:cs typeface="Arial"/>
              </a:defRPr>
            </a:lvl1pPr>
            <a:lvl2pPr algn="l">
              <a:defRPr sz="1200" b="1" i="0">
                <a:solidFill>
                  <a:srgbClr val="1D4B3A"/>
                </a:solidFill>
                <a:latin typeface="Arial"/>
                <a:ea typeface="Arial"/>
                <a:cs typeface="Arial"/>
              </a:defRPr>
            </a:lvl2pPr>
            <a:lvl3pPr algn="l">
              <a:defRPr sz="1200" b="1" i="0">
                <a:solidFill>
                  <a:srgbClr val="1D4B3A"/>
                </a:solidFill>
                <a:latin typeface="Arial"/>
                <a:ea typeface="Arial"/>
                <a:cs typeface="Arial"/>
              </a:defRPr>
            </a:lvl3pPr>
            <a:lvl4pPr algn="l">
              <a:defRPr sz="1200" b="1" i="0">
                <a:solidFill>
                  <a:srgbClr val="1D4B3A"/>
                </a:solidFill>
                <a:latin typeface="Arial"/>
                <a:ea typeface="Arial"/>
                <a:cs typeface="Arial"/>
              </a:defRPr>
            </a:lvl4pPr>
            <a:lvl5pPr algn="l">
              <a:defRPr sz="1200" b="1" i="0">
                <a:solidFill>
                  <a:srgbClr val="1D4B3A"/>
                </a:solidFill>
                <a:latin typeface="Arial"/>
                <a:ea typeface="Arial"/>
                <a:cs typeface="Arial"/>
              </a:defRPr>
            </a:lvl5pPr>
            <a:lvl6pPr algn="l">
              <a:defRPr sz="1200" b="1" i="0">
                <a:solidFill>
                  <a:srgbClr val="1D4B3A"/>
                </a:solidFill>
                <a:latin typeface="Arial"/>
                <a:ea typeface="Arial"/>
                <a:cs typeface="Arial"/>
              </a:defRPr>
            </a:lvl6pPr>
            <a:lvl7pPr algn="l">
              <a:defRPr sz="1200" b="1" i="0">
                <a:solidFill>
                  <a:srgbClr val="1D4B3A"/>
                </a:solidFill>
                <a:latin typeface="Arial"/>
                <a:ea typeface="Arial"/>
                <a:cs typeface="Arial"/>
              </a:defRPr>
            </a:lvl7pPr>
            <a:lvl8pPr algn="l">
              <a:defRPr sz="1200" b="1" i="0">
                <a:solidFill>
                  <a:srgbClr val="1D4B3A"/>
                </a:solidFill>
                <a:latin typeface="Arial"/>
                <a:ea typeface="Arial"/>
                <a:cs typeface="Arial"/>
              </a:defRPr>
            </a:lvl8pPr>
            <a:lvl9pPr algn="l">
              <a:defRPr sz="1200" b="1" i="0">
                <a:solidFill>
                  <a:srgbClr val="1D4B3A"/>
                </a:solidFill>
                <a:latin typeface="Arial"/>
                <a:ea typeface="Arial"/>
                <a:cs typeface="Arial"/>
              </a:defRPr>
            </a:lvl9pPr>
          </a:lstStyle>
          <a:p>
            <a:pPr algn="l">
              <a:defRPr sz="1200" b="1" i="0">
                <a:solidFill>
                  <a:srgbClr val="1D4B3A"/>
                </a:solidFill>
                <a:latin typeface="Arial"/>
                <a:ea typeface="Arial"/>
                <a:cs typeface="Arial"/>
              </a:defRPr>
            </a:pPr>
            <a:r>
              <a:rPr sz="1200" b="1" i="0">
                <a:solidFill>
                  <a:srgbClr val="1D4B3A"/>
                </a:solidFill>
                <a:latin typeface="Arial"/>
                <a:ea typeface="Arial"/>
                <a:cs typeface="Arial"/>
              </a:rPr>
              <a:t>Map</a:t>
            </a:r>
          </a:p>
        </p:txBody>
      </p:sp>
      <p:sp>
        <p:nvSpPr>
          <p:cNvPr id="10" name="Rectangle 9">
            <a:extLst>
              <a:ext uri="{FF2B5EF4-FFF2-40B4-BE49-F238E27FC236}">
                <a16:creationId xmlns:a16="http://schemas.microsoft.com/office/drawing/2014/main" id="{A37E2F1B-E69D-429D-9F58-39C7D1EFA6F0}"/>
              </a:ext>
            </a:extLst>
          </p:cNvPr>
          <p:cNvSpPr>
            <a:spLocks noGrp="1"/>
          </p:cNvSpPr>
          <p:nvPr/>
        </p:nvSpPr>
        <p:spPr>
          <a:xfrm>
            <a:off x="9906000" y="2324100"/>
            <a:ext cx="1381125" cy="209550"/>
          </a:xfrm>
          <a:prstGeom prst="rect">
            <a:avLst/>
          </a:prstGeom>
          <a:noFill/>
          <a:ln w="0">
            <a:noFill/>
            <a:prstDash val="solid"/>
          </a:ln>
        </p:spPr>
        <p:txBody>
          <a:bodyPr wrap="square" lIns="0" tIns="0" rIns="0" bIns="0" anchor="t">
            <a:noAutofit/>
          </a:bodyPr>
          <a:lstStyle>
            <a:defPPr algn="r">
              <a:defRPr sz="1125" b="0" i="0">
                <a:solidFill>
                  <a:srgbClr val="737B71"/>
                </a:solidFill>
                <a:latin typeface="Arial"/>
                <a:ea typeface="Arial"/>
                <a:cs typeface="Arial"/>
              </a:defRPr>
            </a:defPPr>
            <a:lvl1pPr algn="r">
              <a:defRPr sz="1125" b="0" i="0">
                <a:solidFill>
                  <a:srgbClr val="737B71"/>
                </a:solidFill>
                <a:latin typeface="Arial"/>
                <a:ea typeface="Arial"/>
                <a:cs typeface="Arial"/>
              </a:defRPr>
            </a:lvl1pPr>
            <a:lvl2pPr algn="r">
              <a:defRPr sz="1125" b="0" i="0">
                <a:solidFill>
                  <a:srgbClr val="737B71"/>
                </a:solidFill>
                <a:latin typeface="Arial"/>
                <a:ea typeface="Arial"/>
                <a:cs typeface="Arial"/>
              </a:defRPr>
            </a:lvl2pPr>
            <a:lvl3pPr algn="r">
              <a:defRPr sz="1125" b="0" i="0">
                <a:solidFill>
                  <a:srgbClr val="737B71"/>
                </a:solidFill>
                <a:latin typeface="Arial"/>
                <a:ea typeface="Arial"/>
                <a:cs typeface="Arial"/>
              </a:defRPr>
            </a:lvl3pPr>
            <a:lvl4pPr algn="r">
              <a:defRPr sz="1125" b="0" i="0">
                <a:solidFill>
                  <a:srgbClr val="737B71"/>
                </a:solidFill>
                <a:latin typeface="Arial"/>
                <a:ea typeface="Arial"/>
                <a:cs typeface="Arial"/>
              </a:defRPr>
            </a:lvl4pPr>
            <a:lvl5pPr algn="r">
              <a:defRPr sz="1125" b="0" i="0">
                <a:solidFill>
                  <a:srgbClr val="737B71"/>
                </a:solidFill>
                <a:latin typeface="Arial"/>
                <a:ea typeface="Arial"/>
                <a:cs typeface="Arial"/>
              </a:defRPr>
            </a:lvl5pPr>
            <a:lvl6pPr algn="r">
              <a:defRPr sz="1125" b="0" i="0">
                <a:solidFill>
                  <a:srgbClr val="737B71"/>
                </a:solidFill>
                <a:latin typeface="Arial"/>
                <a:ea typeface="Arial"/>
                <a:cs typeface="Arial"/>
              </a:defRPr>
            </a:lvl6pPr>
            <a:lvl7pPr algn="r">
              <a:defRPr sz="1125" b="0" i="0">
                <a:solidFill>
                  <a:srgbClr val="737B71"/>
                </a:solidFill>
                <a:latin typeface="Arial"/>
                <a:ea typeface="Arial"/>
                <a:cs typeface="Arial"/>
              </a:defRPr>
            </a:lvl7pPr>
            <a:lvl8pPr algn="r">
              <a:defRPr sz="1125" b="0" i="0">
                <a:solidFill>
                  <a:srgbClr val="737B71"/>
                </a:solidFill>
                <a:latin typeface="Arial"/>
                <a:ea typeface="Arial"/>
                <a:cs typeface="Arial"/>
              </a:defRPr>
            </a:lvl8pPr>
            <a:lvl9pPr algn="r">
              <a:defRPr sz="1125" b="0" i="0">
                <a:solidFill>
                  <a:srgbClr val="737B71"/>
                </a:solidFill>
                <a:latin typeface="Arial"/>
                <a:ea typeface="Arial"/>
                <a:cs typeface="Arial"/>
              </a:defRPr>
            </a:lvl9pPr>
          </a:lstStyle>
          <a:p>
            <a:pPr algn="r">
              <a:defRPr sz="1125" b="0" i="0">
                <a:solidFill>
                  <a:srgbClr val="737B71"/>
                </a:solidFill>
                <a:latin typeface="Arial"/>
                <a:ea typeface="Arial"/>
                <a:cs typeface="Arial"/>
              </a:defRPr>
            </a:pPr>
            <a:r>
              <a:rPr sz="1125" b="0" i="0">
                <a:solidFill>
                  <a:srgbClr val="737B71"/>
                </a:solidFill>
                <a:latin typeface="Arial"/>
                <a:ea typeface="Arial"/>
                <a:cs typeface="Arial"/>
              </a:rPr>
              <a:t>Illustrative view</a:t>
            </a:r>
          </a:p>
        </p:txBody>
      </p:sp>
      <p:sp>
        <p:nvSpPr>
          <p:cNvPr id="11" name="Rectangle 10">
            <a:extLst>
              <a:ext uri="{FF2B5EF4-FFF2-40B4-BE49-F238E27FC236}">
                <a16:creationId xmlns:a16="http://schemas.microsoft.com/office/drawing/2014/main" id="{8538000D-EB08-4175-BA44-1474D0413CCA}"/>
              </a:ext>
            </a:extLst>
          </p:cNvPr>
          <p:cNvSpPr>
            <a:spLocks noGrp="1"/>
          </p:cNvSpPr>
          <p:nvPr/>
        </p:nvSpPr>
        <p:spPr>
          <a:xfrm>
            <a:off x="914400" y="2800350"/>
            <a:ext cx="2409825" cy="2800350"/>
          </a:xfrm>
          <a:prstGeom prst="rect">
            <a:avLst/>
          </a:prstGeom>
          <a:solidFill>
            <a:srgbClr val="F5F4EC"/>
          </a:solidFill>
          <a:ln w="0">
            <a:noFill/>
            <a:prstDash val="solid"/>
          </a:ln>
        </p:spPr>
      </p:sp>
      <p:sp>
        <p:nvSpPr>
          <p:cNvPr id="12" name="Rectangle 11">
            <a:extLst>
              <a:ext uri="{FF2B5EF4-FFF2-40B4-BE49-F238E27FC236}">
                <a16:creationId xmlns:a16="http://schemas.microsoft.com/office/drawing/2014/main" id="{7ED792E4-DC2E-45FE-9062-AC89A9B07268}"/>
              </a:ext>
            </a:extLst>
          </p:cNvPr>
          <p:cNvSpPr>
            <a:spLocks noGrp="1"/>
          </p:cNvSpPr>
          <p:nvPr/>
        </p:nvSpPr>
        <p:spPr>
          <a:xfrm>
            <a:off x="1085850" y="2943225"/>
            <a:ext cx="2057400" cy="190500"/>
          </a:xfrm>
          <a:prstGeom prst="rect">
            <a:avLst/>
          </a:prstGeom>
          <a:noFill/>
          <a:ln w="0">
            <a:noFill/>
            <a:prstDash val="solid"/>
          </a:ln>
        </p:spPr>
        <p:txBody>
          <a:bodyPr wrap="square" lIns="0" tIns="0" rIns="0" bIns="0" anchor="t">
            <a:noAutofit/>
          </a:bodyPr>
          <a:lstStyle>
            <a:defPPr algn="l">
              <a:defRPr sz="1050" b="1" i="0">
                <a:solidFill>
                  <a:srgbClr val="C48772"/>
                </a:solidFill>
                <a:latin typeface="Arial"/>
                <a:ea typeface="Arial"/>
                <a:cs typeface="Arial"/>
              </a:defRPr>
            </a:defPPr>
            <a:lvl1pPr algn="l">
              <a:defRPr sz="1050" b="1" i="0">
                <a:solidFill>
                  <a:srgbClr val="C48772"/>
                </a:solidFill>
                <a:latin typeface="Arial"/>
                <a:ea typeface="Arial"/>
                <a:cs typeface="Arial"/>
              </a:defRPr>
            </a:lvl1pPr>
            <a:lvl2pPr algn="l">
              <a:defRPr sz="1050" b="1" i="0">
                <a:solidFill>
                  <a:srgbClr val="C48772"/>
                </a:solidFill>
                <a:latin typeface="Arial"/>
                <a:ea typeface="Arial"/>
                <a:cs typeface="Arial"/>
              </a:defRPr>
            </a:lvl2pPr>
            <a:lvl3pPr algn="l">
              <a:defRPr sz="1050" b="1" i="0">
                <a:solidFill>
                  <a:srgbClr val="C48772"/>
                </a:solidFill>
                <a:latin typeface="Arial"/>
                <a:ea typeface="Arial"/>
                <a:cs typeface="Arial"/>
              </a:defRPr>
            </a:lvl3pPr>
            <a:lvl4pPr algn="l">
              <a:defRPr sz="1050" b="1" i="0">
                <a:solidFill>
                  <a:srgbClr val="C48772"/>
                </a:solidFill>
                <a:latin typeface="Arial"/>
                <a:ea typeface="Arial"/>
                <a:cs typeface="Arial"/>
              </a:defRPr>
            </a:lvl4pPr>
            <a:lvl5pPr algn="l">
              <a:defRPr sz="1050" b="1" i="0">
                <a:solidFill>
                  <a:srgbClr val="C48772"/>
                </a:solidFill>
                <a:latin typeface="Arial"/>
                <a:ea typeface="Arial"/>
                <a:cs typeface="Arial"/>
              </a:defRPr>
            </a:lvl5pPr>
            <a:lvl6pPr algn="l">
              <a:defRPr sz="1050" b="1" i="0">
                <a:solidFill>
                  <a:srgbClr val="C48772"/>
                </a:solidFill>
                <a:latin typeface="Arial"/>
                <a:ea typeface="Arial"/>
                <a:cs typeface="Arial"/>
              </a:defRPr>
            </a:lvl6pPr>
            <a:lvl7pPr algn="l">
              <a:defRPr sz="1050" b="1" i="0">
                <a:solidFill>
                  <a:srgbClr val="C48772"/>
                </a:solidFill>
                <a:latin typeface="Arial"/>
                <a:ea typeface="Arial"/>
                <a:cs typeface="Arial"/>
              </a:defRPr>
            </a:lvl7pPr>
            <a:lvl8pPr algn="l">
              <a:defRPr sz="1050" b="1" i="0">
                <a:solidFill>
                  <a:srgbClr val="C48772"/>
                </a:solidFill>
                <a:latin typeface="Arial"/>
                <a:ea typeface="Arial"/>
                <a:cs typeface="Arial"/>
              </a:defRPr>
            </a:lvl8pPr>
            <a:lvl9pPr algn="l">
              <a:defRPr sz="1050" b="1" i="0">
                <a:solidFill>
                  <a:srgbClr val="C48772"/>
                </a:solidFill>
                <a:latin typeface="Arial"/>
                <a:ea typeface="Arial"/>
                <a:cs typeface="Arial"/>
              </a:defRPr>
            </a:lvl9pPr>
          </a:lstStyle>
          <a:p>
            <a:pPr algn="l">
              <a:defRPr sz="1050" b="1" i="0">
                <a:solidFill>
                  <a:srgbClr val="C48772"/>
                </a:solidFill>
                <a:latin typeface="Arial"/>
                <a:ea typeface="Arial"/>
                <a:cs typeface="Arial"/>
              </a:defRPr>
            </a:pPr>
            <a:r>
              <a:rPr sz="1050" b="1" i="0">
                <a:solidFill>
                  <a:srgbClr val="C48772"/>
                </a:solidFill>
                <a:latin typeface="Arial"/>
                <a:ea typeface="Arial"/>
                <a:cs typeface="Arial"/>
              </a:rPr>
              <a:t>RECYCLING MAP</a:t>
            </a:r>
          </a:p>
        </p:txBody>
      </p:sp>
      <p:sp>
        <p:nvSpPr>
          <p:cNvPr id="13" name="Rectangle 12">
            <a:extLst>
              <a:ext uri="{FF2B5EF4-FFF2-40B4-BE49-F238E27FC236}">
                <a16:creationId xmlns:a16="http://schemas.microsoft.com/office/drawing/2014/main" id="{36138CCA-B46A-4A5A-AA0D-4EED6FE13D61}"/>
              </a:ext>
            </a:extLst>
          </p:cNvPr>
          <p:cNvSpPr>
            <a:spLocks noGrp="1"/>
          </p:cNvSpPr>
          <p:nvPr/>
        </p:nvSpPr>
        <p:spPr>
          <a:xfrm>
            <a:off x="1085850" y="3228975"/>
            <a:ext cx="2057400" cy="266700"/>
          </a:xfrm>
          <a:prstGeom prst="rect">
            <a:avLst/>
          </a:prstGeom>
          <a:noFill/>
          <a:ln w="0">
            <a:noFill/>
            <a:prstDash val="solid"/>
          </a:ln>
        </p:spPr>
        <p:txBody>
          <a:bodyPr wrap="square" lIns="0" tIns="0" rIns="0" bIns="0" anchor="t">
            <a:noAutofit/>
          </a:bodyPr>
          <a:lstStyle>
            <a:defPPr algn="l">
              <a:defRPr sz="1500" b="1" i="0">
                <a:solidFill>
                  <a:srgbClr val="17231D"/>
                </a:solidFill>
                <a:latin typeface="Arial"/>
                <a:ea typeface="Arial"/>
                <a:cs typeface="Arial"/>
              </a:defRPr>
            </a:defPPr>
            <a:lvl1pPr algn="l">
              <a:defRPr sz="1500" b="1" i="0">
                <a:solidFill>
                  <a:srgbClr val="17231D"/>
                </a:solidFill>
                <a:latin typeface="Arial"/>
                <a:ea typeface="Arial"/>
                <a:cs typeface="Arial"/>
              </a:defRPr>
            </a:lvl1pPr>
            <a:lvl2pPr algn="l">
              <a:defRPr sz="1500" b="1" i="0">
                <a:solidFill>
                  <a:srgbClr val="17231D"/>
                </a:solidFill>
                <a:latin typeface="Arial"/>
                <a:ea typeface="Arial"/>
                <a:cs typeface="Arial"/>
              </a:defRPr>
            </a:lvl2pPr>
            <a:lvl3pPr algn="l">
              <a:defRPr sz="1500" b="1" i="0">
                <a:solidFill>
                  <a:srgbClr val="17231D"/>
                </a:solidFill>
                <a:latin typeface="Arial"/>
                <a:ea typeface="Arial"/>
                <a:cs typeface="Arial"/>
              </a:defRPr>
            </a:lvl3pPr>
            <a:lvl4pPr algn="l">
              <a:defRPr sz="1500" b="1" i="0">
                <a:solidFill>
                  <a:srgbClr val="17231D"/>
                </a:solidFill>
                <a:latin typeface="Arial"/>
                <a:ea typeface="Arial"/>
                <a:cs typeface="Arial"/>
              </a:defRPr>
            </a:lvl4pPr>
            <a:lvl5pPr algn="l">
              <a:defRPr sz="1500" b="1" i="0">
                <a:solidFill>
                  <a:srgbClr val="17231D"/>
                </a:solidFill>
                <a:latin typeface="Arial"/>
                <a:ea typeface="Arial"/>
                <a:cs typeface="Arial"/>
              </a:defRPr>
            </a:lvl5pPr>
            <a:lvl6pPr algn="l">
              <a:defRPr sz="1500" b="1" i="0">
                <a:solidFill>
                  <a:srgbClr val="17231D"/>
                </a:solidFill>
                <a:latin typeface="Arial"/>
                <a:ea typeface="Arial"/>
                <a:cs typeface="Arial"/>
              </a:defRPr>
            </a:lvl6pPr>
            <a:lvl7pPr algn="l">
              <a:defRPr sz="1500" b="1" i="0">
                <a:solidFill>
                  <a:srgbClr val="17231D"/>
                </a:solidFill>
                <a:latin typeface="Arial"/>
                <a:ea typeface="Arial"/>
                <a:cs typeface="Arial"/>
              </a:defRPr>
            </a:lvl7pPr>
            <a:lvl8pPr algn="l">
              <a:defRPr sz="1500" b="1" i="0">
                <a:solidFill>
                  <a:srgbClr val="17231D"/>
                </a:solidFill>
                <a:latin typeface="Arial"/>
                <a:ea typeface="Arial"/>
                <a:cs typeface="Arial"/>
              </a:defRPr>
            </a:lvl8pPr>
            <a:lvl9pPr algn="l">
              <a:defRPr sz="1500" b="1" i="0">
                <a:solidFill>
                  <a:srgbClr val="17231D"/>
                </a:solidFill>
                <a:latin typeface="Arial"/>
                <a:ea typeface="Arial"/>
                <a:cs typeface="Arial"/>
              </a:defRPr>
            </a:lvl9pPr>
          </a:lstStyle>
          <a:p>
            <a:pPr algn="l">
              <a:defRPr sz="1500" b="1" i="0">
                <a:solidFill>
                  <a:srgbClr val="17231D"/>
                </a:solidFill>
                <a:latin typeface="Arial"/>
                <a:ea typeface="Arial"/>
                <a:cs typeface="Arial"/>
              </a:defRPr>
            </a:pPr>
            <a:r>
              <a:rPr sz="1500" b="1" i="0">
                <a:solidFill>
                  <a:srgbClr val="17231D"/>
                </a:solidFill>
                <a:latin typeface="Arial"/>
                <a:ea typeface="Arial"/>
                <a:cs typeface="Arial"/>
              </a:rPr>
              <a:t>Choose a material</a:t>
            </a:r>
          </a:p>
        </p:txBody>
      </p:sp>
      <p:sp>
        <p:nvSpPr>
          <p:cNvPr id="14" name="Rectangle 13">
            <a:extLst>
              <a:ext uri="{FF2B5EF4-FFF2-40B4-BE49-F238E27FC236}">
                <a16:creationId xmlns:a16="http://schemas.microsoft.com/office/drawing/2014/main" id="{1C767CA9-B2B1-4793-BE28-9FE1123B4207}"/>
              </a:ext>
            </a:extLst>
          </p:cNvPr>
          <p:cNvSpPr>
            <a:spLocks noGrp="1"/>
          </p:cNvSpPr>
          <p:nvPr/>
        </p:nvSpPr>
        <p:spPr>
          <a:xfrm>
            <a:off x="1085850" y="3581400"/>
            <a:ext cx="714375" cy="304800"/>
          </a:xfrm>
          <a:prstGeom prst="rect">
            <a:avLst/>
          </a:prstGeom>
          <a:solidFill>
            <a:srgbClr val="FFFDF8"/>
          </a:solidFill>
          <a:ln w="9525">
            <a:solidFill>
              <a:srgbClr val="DDDED3"/>
            </a:solidFill>
            <a:prstDash val="solid"/>
          </a:ln>
        </p:spPr>
      </p:sp>
      <p:sp>
        <p:nvSpPr>
          <p:cNvPr id="15" name="Rectangle 14">
            <a:extLst>
              <a:ext uri="{FF2B5EF4-FFF2-40B4-BE49-F238E27FC236}">
                <a16:creationId xmlns:a16="http://schemas.microsoft.com/office/drawing/2014/main" id="{6EF8B6CA-B4A3-499D-A353-6E995C32310A}"/>
              </a:ext>
            </a:extLst>
          </p:cNvPr>
          <p:cNvSpPr>
            <a:spLocks noGrp="1"/>
          </p:cNvSpPr>
          <p:nvPr/>
        </p:nvSpPr>
        <p:spPr>
          <a:xfrm>
            <a:off x="1114425" y="3657600"/>
            <a:ext cx="657225" cy="161925"/>
          </a:xfrm>
          <a:prstGeom prst="rect">
            <a:avLst/>
          </a:prstGeom>
          <a:noFill/>
          <a:ln w="0">
            <a:noFill/>
            <a:prstDash val="solid"/>
          </a:ln>
        </p:spPr>
        <p:txBody>
          <a:bodyPr wrap="square" lIns="0" tIns="0" rIns="0" bIns="0" anchor="t">
            <a:noAutofit/>
          </a:bodyPr>
          <a:lstStyle>
            <a:defPPr algn="ctr">
              <a:defRPr sz="1050" b="0" i="0">
                <a:solidFill>
                  <a:srgbClr val="4E5B53"/>
                </a:solidFill>
                <a:latin typeface="Arial"/>
                <a:ea typeface="Arial"/>
                <a:cs typeface="Arial"/>
              </a:defRPr>
            </a:defPPr>
            <a:lvl1pPr algn="ctr">
              <a:defRPr sz="1050" b="0" i="0">
                <a:solidFill>
                  <a:srgbClr val="4E5B53"/>
                </a:solidFill>
                <a:latin typeface="Arial"/>
                <a:ea typeface="Arial"/>
                <a:cs typeface="Arial"/>
              </a:defRPr>
            </a:lvl1pPr>
            <a:lvl2pPr algn="ctr">
              <a:defRPr sz="1050" b="0" i="0">
                <a:solidFill>
                  <a:srgbClr val="4E5B53"/>
                </a:solidFill>
                <a:latin typeface="Arial"/>
                <a:ea typeface="Arial"/>
                <a:cs typeface="Arial"/>
              </a:defRPr>
            </a:lvl2pPr>
            <a:lvl3pPr algn="ctr">
              <a:defRPr sz="1050" b="0" i="0">
                <a:solidFill>
                  <a:srgbClr val="4E5B53"/>
                </a:solidFill>
                <a:latin typeface="Arial"/>
                <a:ea typeface="Arial"/>
                <a:cs typeface="Arial"/>
              </a:defRPr>
            </a:lvl3pPr>
            <a:lvl4pPr algn="ctr">
              <a:defRPr sz="1050" b="0" i="0">
                <a:solidFill>
                  <a:srgbClr val="4E5B53"/>
                </a:solidFill>
                <a:latin typeface="Arial"/>
                <a:ea typeface="Arial"/>
                <a:cs typeface="Arial"/>
              </a:defRPr>
            </a:lvl4pPr>
            <a:lvl5pPr algn="ctr">
              <a:defRPr sz="1050" b="0" i="0">
                <a:solidFill>
                  <a:srgbClr val="4E5B53"/>
                </a:solidFill>
                <a:latin typeface="Arial"/>
                <a:ea typeface="Arial"/>
                <a:cs typeface="Arial"/>
              </a:defRPr>
            </a:lvl5pPr>
            <a:lvl6pPr algn="ctr">
              <a:defRPr sz="1050" b="0" i="0">
                <a:solidFill>
                  <a:srgbClr val="4E5B53"/>
                </a:solidFill>
                <a:latin typeface="Arial"/>
                <a:ea typeface="Arial"/>
                <a:cs typeface="Arial"/>
              </a:defRPr>
            </a:lvl6pPr>
            <a:lvl7pPr algn="ctr">
              <a:defRPr sz="1050" b="0" i="0">
                <a:solidFill>
                  <a:srgbClr val="4E5B53"/>
                </a:solidFill>
                <a:latin typeface="Arial"/>
                <a:ea typeface="Arial"/>
                <a:cs typeface="Arial"/>
              </a:defRPr>
            </a:lvl7pPr>
            <a:lvl8pPr algn="ctr">
              <a:defRPr sz="1050" b="0" i="0">
                <a:solidFill>
                  <a:srgbClr val="4E5B53"/>
                </a:solidFill>
                <a:latin typeface="Arial"/>
                <a:ea typeface="Arial"/>
                <a:cs typeface="Arial"/>
              </a:defRPr>
            </a:lvl8pPr>
            <a:lvl9pPr algn="ctr">
              <a:defRPr sz="1050" b="0" i="0">
                <a:solidFill>
                  <a:srgbClr val="4E5B53"/>
                </a:solidFill>
                <a:latin typeface="Arial"/>
                <a:ea typeface="Arial"/>
                <a:cs typeface="Arial"/>
              </a:defRPr>
            </a:lvl9pPr>
          </a:lstStyle>
          <a:p>
            <a:pPr algn="ctr">
              <a:defRPr sz="1050" b="0" i="0">
                <a:solidFill>
                  <a:srgbClr val="4E5B53"/>
                </a:solidFill>
                <a:latin typeface="Arial"/>
                <a:ea typeface="Arial"/>
                <a:cs typeface="Arial"/>
              </a:defRPr>
            </a:pPr>
            <a:r>
              <a:rPr sz="1050" b="0" i="0">
                <a:solidFill>
                  <a:srgbClr val="4E5B53"/>
                </a:solidFill>
                <a:latin typeface="Arial"/>
                <a:ea typeface="Arial"/>
                <a:cs typeface="Arial"/>
              </a:rPr>
              <a:t>Paper</a:t>
            </a:r>
          </a:p>
        </p:txBody>
      </p:sp>
      <p:sp>
        <p:nvSpPr>
          <p:cNvPr id="16" name="Rectangle 15">
            <a:extLst>
              <a:ext uri="{FF2B5EF4-FFF2-40B4-BE49-F238E27FC236}">
                <a16:creationId xmlns:a16="http://schemas.microsoft.com/office/drawing/2014/main" id="{37F2CE08-AA2C-4A5D-A89F-303EE934941A}"/>
              </a:ext>
            </a:extLst>
          </p:cNvPr>
          <p:cNvSpPr>
            <a:spLocks noGrp="1"/>
          </p:cNvSpPr>
          <p:nvPr/>
        </p:nvSpPr>
        <p:spPr>
          <a:xfrm>
            <a:off x="1838325" y="3581400"/>
            <a:ext cx="762000" cy="304800"/>
          </a:xfrm>
          <a:prstGeom prst="rect">
            <a:avLst/>
          </a:prstGeom>
          <a:solidFill>
            <a:srgbClr val="1D4B3A"/>
          </a:solidFill>
          <a:ln w="9525">
            <a:solidFill>
              <a:srgbClr val="1D4B3A"/>
            </a:solidFill>
            <a:prstDash val="solid"/>
          </a:ln>
        </p:spPr>
      </p:sp>
      <p:sp>
        <p:nvSpPr>
          <p:cNvPr id="17" name="Rectangle 16">
            <a:extLst>
              <a:ext uri="{FF2B5EF4-FFF2-40B4-BE49-F238E27FC236}">
                <a16:creationId xmlns:a16="http://schemas.microsoft.com/office/drawing/2014/main" id="{8BD7D2D5-226F-4996-97E8-FE95BA3858A2}"/>
              </a:ext>
            </a:extLst>
          </p:cNvPr>
          <p:cNvSpPr>
            <a:spLocks noGrp="1"/>
          </p:cNvSpPr>
          <p:nvPr/>
        </p:nvSpPr>
        <p:spPr>
          <a:xfrm>
            <a:off x="1866900" y="3657600"/>
            <a:ext cx="704850" cy="161925"/>
          </a:xfrm>
          <a:prstGeom prst="rect">
            <a:avLst/>
          </a:prstGeom>
          <a:noFill/>
          <a:ln w="0">
            <a:noFill/>
            <a:prstDash val="solid"/>
          </a:ln>
        </p:spPr>
        <p:txBody>
          <a:bodyPr wrap="square" lIns="0" tIns="0" rIns="0" bIns="0" anchor="t">
            <a:noAutofit/>
          </a:bodyPr>
          <a:lstStyle>
            <a:defPPr algn="ctr">
              <a:defRPr sz="1050" b="1" i="0">
                <a:solidFill>
                  <a:srgbClr val="FFFDF8"/>
                </a:solidFill>
                <a:latin typeface="Arial"/>
                <a:ea typeface="Arial"/>
                <a:cs typeface="Arial"/>
              </a:defRPr>
            </a:defPPr>
            <a:lvl1pPr algn="ctr">
              <a:defRPr sz="1050" b="1" i="0">
                <a:solidFill>
                  <a:srgbClr val="FFFDF8"/>
                </a:solidFill>
                <a:latin typeface="Arial"/>
                <a:ea typeface="Arial"/>
                <a:cs typeface="Arial"/>
              </a:defRPr>
            </a:lvl1pPr>
            <a:lvl2pPr algn="ctr">
              <a:defRPr sz="1050" b="1" i="0">
                <a:solidFill>
                  <a:srgbClr val="FFFDF8"/>
                </a:solidFill>
                <a:latin typeface="Arial"/>
                <a:ea typeface="Arial"/>
                <a:cs typeface="Arial"/>
              </a:defRPr>
            </a:lvl2pPr>
            <a:lvl3pPr algn="ctr">
              <a:defRPr sz="1050" b="1" i="0">
                <a:solidFill>
                  <a:srgbClr val="FFFDF8"/>
                </a:solidFill>
                <a:latin typeface="Arial"/>
                <a:ea typeface="Arial"/>
                <a:cs typeface="Arial"/>
              </a:defRPr>
            </a:lvl3pPr>
            <a:lvl4pPr algn="ctr">
              <a:defRPr sz="1050" b="1" i="0">
                <a:solidFill>
                  <a:srgbClr val="FFFDF8"/>
                </a:solidFill>
                <a:latin typeface="Arial"/>
                <a:ea typeface="Arial"/>
                <a:cs typeface="Arial"/>
              </a:defRPr>
            </a:lvl4pPr>
            <a:lvl5pPr algn="ctr">
              <a:defRPr sz="1050" b="1" i="0">
                <a:solidFill>
                  <a:srgbClr val="FFFDF8"/>
                </a:solidFill>
                <a:latin typeface="Arial"/>
                <a:ea typeface="Arial"/>
                <a:cs typeface="Arial"/>
              </a:defRPr>
            </a:lvl5pPr>
            <a:lvl6pPr algn="ctr">
              <a:defRPr sz="1050" b="1" i="0">
                <a:solidFill>
                  <a:srgbClr val="FFFDF8"/>
                </a:solidFill>
                <a:latin typeface="Arial"/>
                <a:ea typeface="Arial"/>
                <a:cs typeface="Arial"/>
              </a:defRPr>
            </a:lvl6pPr>
            <a:lvl7pPr algn="ctr">
              <a:defRPr sz="1050" b="1" i="0">
                <a:solidFill>
                  <a:srgbClr val="FFFDF8"/>
                </a:solidFill>
                <a:latin typeface="Arial"/>
                <a:ea typeface="Arial"/>
                <a:cs typeface="Arial"/>
              </a:defRPr>
            </a:lvl7pPr>
            <a:lvl8pPr algn="ctr">
              <a:defRPr sz="1050" b="1" i="0">
                <a:solidFill>
                  <a:srgbClr val="FFFDF8"/>
                </a:solidFill>
                <a:latin typeface="Arial"/>
                <a:ea typeface="Arial"/>
                <a:cs typeface="Arial"/>
              </a:defRPr>
            </a:lvl8pPr>
            <a:lvl9pPr algn="ctr">
              <a:defRPr sz="1050" b="1" i="0">
                <a:solidFill>
                  <a:srgbClr val="FFFDF8"/>
                </a:solidFill>
                <a:latin typeface="Arial"/>
                <a:ea typeface="Arial"/>
                <a:cs typeface="Arial"/>
              </a:defRPr>
            </a:lvl9pPr>
          </a:lstStyle>
          <a:p>
            <a:pPr algn="ctr">
              <a:defRPr sz="1050" b="1" i="0">
                <a:solidFill>
                  <a:srgbClr val="FFFDF8"/>
                </a:solidFill>
                <a:latin typeface="Arial"/>
                <a:ea typeface="Arial"/>
                <a:cs typeface="Arial"/>
              </a:defRPr>
            </a:pPr>
            <a:r>
              <a:rPr sz="1050" b="1" i="0">
                <a:solidFill>
                  <a:srgbClr val="FFFDF8"/>
                </a:solidFill>
                <a:latin typeface="Arial"/>
                <a:ea typeface="Arial"/>
                <a:cs typeface="Arial"/>
              </a:rPr>
              <a:t>Plastic</a:t>
            </a:r>
          </a:p>
        </p:txBody>
      </p:sp>
      <p:sp>
        <p:nvSpPr>
          <p:cNvPr id="18" name="Rectangle 17">
            <a:extLst>
              <a:ext uri="{FF2B5EF4-FFF2-40B4-BE49-F238E27FC236}">
                <a16:creationId xmlns:a16="http://schemas.microsoft.com/office/drawing/2014/main" id="{BC492958-6619-45F7-B885-36D71C055ED9}"/>
              </a:ext>
            </a:extLst>
          </p:cNvPr>
          <p:cNvSpPr>
            <a:spLocks noGrp="1"/>
          </p:cNvSpPr>
          <p:nvPr/>
        </p:nvSpPr>
        <p:spPr>
          <a:xfrm>
            <a:off x="2638425" y="3581400"/>
            <a:ext cx="552450" cy="304800"/>
          </a:xfrm>
          <a:prstGeom prst="rect">
            <a:avLst/>
          </a:prstGeom>
          <a:solidFill>
            <a:srgbClr val="FFFDF8"/>
          </a:solidFill>
          <a:ln w="9525">
            <a:solidFill>
              <a:srgbClr val="DDDED3"/>
            </a:solidFill>
            <a:prstDash val="solid"/>
          </a:ln>
        </p:spPr>
      </p:sp>
      <p:sp>
        <p:nvSpPr>
          <p:cNvPr id="19" name="Rectangle 18">
            <a:extLst>
              <a:ext uri="{FF2B5EF4-FFF2-40B4-BE49-F238E27FC236}">
                <a16:creationId xmlns:a16="http://schemas.microsoft.com/office/drawing/2014/main" id="{10C2F197-0BFD-494A-9FCB-C9C2B815567C}"/>
              </a:ext>
            </a:extLst>
          </p:cNvPr>
          <p:cNvSpPr>
            <a:spLocks noGrp="1"/>
          </p:cNvSpPr>
          <p:nvPr/>
        </p:nvSpPr>
        <p:spPr>
          <a:xfrm>
            <a:off x="2667000" y="3657600"/>
            <a:ext cx="495300" cy="161925"/>
          </a:xfrm>
          <a:prstGeom prst="rect">
            <a:avLst/>
          </a:prstGeom>
          <a:noFill/>
          <a:ln w="0">
            <a:noFill/>
            <a:prstDash val="solid"/>
          </a:ln>
        </p:spPr>
        <p:txBody>
          <a:bodyPr wrap="square" lIns="0" tIns="0" rIns="0" bIns="0" anchor="t">
            <a:noAutofit/>
          </a:bodyPr>
          <a:lstStyle>
            <a:defPPr algn="ctr">
              <a:defRPr sz="1050" b="0" i="0">
                <a:solidFill>
                  <a:srgbClr val="4E5B53"/>
                </a:solidFill>
                <a:latin typeface="Arial"/>
                <a:ea typeface="Arial"/>
                <a:cs typeface="Arial"/>
              </a:defRPr>
            </a:defPPr>
            <a:lvl1pPr algn="ctr">
              <a:defRPr sz="1050" b="0" i="0">
                <a:solidFill>
                  <a:srgbClr val="4E5B53"/>
                </a:solidFill>
                <a:latin typeface="Arial"/>
                <a:ea typeface="Arial"/>
                <a:cs typeface="Arial"/>
              </a:defRPr>
            </a:lvl1pPr>
            <a:lvl2pPr algn="ctr">
              <a:defRPr sz="1050" b="0" i="0">
                <a:solidFill>
                  <a:srgbClr val="4E5B53"/>
                </a:solidFill>
                <a:latin typeface="Arial"/>
                <a:ea typeface="Arial"/>
                <a:cs typeface="Arial"/>
              </a:defRPr>
            </a:lvl2pPr>
            <a:lvl3pPr algn="ctr">
              <a:defRPr sz="1050" b="0" i="0">
                <a:solidFill>
                  <a:srgbClr val="4E5B53"/>
                </a:solidFill>
                <a:latin typeface="Arial"/>
                <a:ea typeface="Arial"/>
                <a:cs typeface="Arial"/>
              </a:defRPr>
            </a:lvl3pPr>
            <a:lvl4pPr algn="ctr">
              <a:defRPr sz="1050" b="0" i="0">
                <a:solidFill>
                  <a:srgbClr val="4E5B53"/>
                </a:solidFill>
                <a:latin typeface="Arial"/>
                <a:ea typeface="Arial"/>
                <a:cs typeface="Arial"/>
              </a:defRPr>
            </a:lvl4pPr>
            <a:lvl5pPr algn="ctr">
              <a:defRPr sz="1050" b="0" i="0">
                <a:solidFill>
                  <a:srgbClr val="4E5B53"/>
                </a:solidFill>
                <a:latin typeface="Arial"/>
                <a:ea typeface="Arial"/>
                <a:cs typeface="Arial"/>
              </a:defRPr>
            </a:lvl5pPr>
            <a:lvl6pPr algn="ctr">
              <a:defRPr sz="1050" b="0" i="0">
                <a:solidFill>
                  <a:srgbClr val="4E5B53"/>
                </a:solidFill>
                <a:latin typeface="Arial"/>
                <a:ea typeface="Arial"/>
                <a:cs typeface="Arial"/>
              </a:defRPr>
            </a:lvl6pPr>
            <a:lvl7pPr algn="ctr">
              <a:defRPr sz="1050" b="0" i="0">
                <a:solidFill>
                  <a:srgbClr val="4E5B53"/>
                </a:solidFill>
                <a:latin typeface="Arial"/>
                <a:ea typeface="Arial"/>
                <a:cs typeface="Arial"/>
              </a:defRPr>
            </a:lvl7pPr>
            <a:lvl8pPr algn="ctr">
              <a:defRPr sz="1050" b="0" i="0">
                <a:solidFill>
                  <a:srgbClr val="4E5B53"/>
                </a:solidFill>
                <a:latin typeface="Arial"/>
                <a:ea typeface="Arial"/>
                <a:cs typeface="Arial"/>
              </a:defRPr>
            </a:lvl8pPr>
            <a:lvl9pPr algn="ctr">
              <a:defRPr sz="1050" b="0" i="0">
                <a:solidFill>
                  <a:srgbClr val="4E5B53"/>
                </a:solidFill>
                <a:latin typeface="Arial"/>
                <a:ea typeface="Arial"/>
                <a:cs typeface="Arial"/>
              </a:defRPr>
            </a:lvl9pPr>
          </a:lstStyle>
          <a:p>
            <a:pPr algn="ctr">
              <a:defRPr sz="1050" b="0" i="0">
                <a:solidFill>
                  <a:srgbClr val="4E5B53"/>
                </a:solidFill>
                <a:latin typeface="Arial"/>
                <a:ea typeface="Arial"/>
                <a:cs typeface="Arial"/>
              </a:defRPr>
            </a:pPr>
            <a:r>
              <a:rPr sz="1050" b="0" i="0">
                <a:solidFill>
                  <a:srgbClr val="4E5B53"/>
                </a:solidFill>
                <a:latin typeface="Arial"/>
                <a:ea typeface="Arial"/>
                <a:cs typeface="Arial"/>
              </a:rPr>
              <a:t>Glass</a:t>
            </a:r>
          </a:p>
        </p:txBody>
      </p:sp>
      <p:sp>
        <p:nvSpPr>
          <p:cNvPr id="20" name="Rectangle 19">
            <a:extLst>
              <a:ext uri="{FF2B5EF4-FFF2-40B4-BE49-F238E27FC236}">
                <a16:creationId xmlns:a16="http://schemas.microsoft.com/office/drawing/2014/main" id="{F0623C4E-4969-4DB5-8ACE-F7858DBDDA57}"/>
              </a:ext>
            </a:extLst>
          </p:cNvPr>
          <p:cNvSpPr>
            <a:spLocks noGrp="1"/>
          </p:cNvSpPr>
          <p:nvPr/>
        </p:nvSpPr>
        <p:spPr>
          <a:xfrm>
            <a:off x="1085850" y="4095750"/>
            <a:ext cx="2095500" cy="180975"/>
          </a:xfrm>
          <a:prstGeom prst="rect">
            <a:avLst/>
          </a:prstGeom>
          <a:noFill/>
          <a:ln w="0">
            <a:noFill/>
            <a:prstDash val="solid"/>
          </a:ln>
        </p:spPr>
        <p:txBody>
          <a:bodyPr wrap="square" lIns="0" tIns="0" rIns="0" bIns="0" anchor="t">
            <a:noAutofit/>
          </a:bodyPr>
          <a:lstStyle>
            <a:defPPr algn="l">
              <a:defRPr sz="975" b="1" i="0">
                <a:solidFill>
                  <a:srgbClr val="737B71"/>
                </a:solidFill>
                <a:latin typeface="Arial"/>
                <a:ea typeface="Arial"/>
                <a:cs typeface="Arial"/>
              </a:defRPr>
            </a:defPPr>
            <a:lvl1pPr algn="l">
              <a:defRPr sz="975" b="1" i="0">
                <a:solidFill>
                  <a:srgbClr val="737B71"/>
                </a:solidFill>
                <a:latin typeface="Arial"/>
                <a:ea typeface="Arial"/>
                <a:cs typeface="Arial"/>
              </a:defRPr>
            </a:lvl1pPr>
            <a:lvl2pPr algn="l">
              <a:defRPr sz="975" b="1" i="0">
                <a:solidFill>
                  <a:srgbClr val="737B71"/>
                </a:solidFill>
                <a:latin typeface="Arial"/>
                <a:ea typeface="Arial"/>
                <a:cs typeface="Arial"/>
              </a:defRPr>
            </a:lvl2pPr>
            <a:lvl3pPr algn="l">
              <a:defRPr sz="975" b="1" i="0">
                <a:solidFill>
                  <a:srgbClr val="737B71"/>
                </a:solidFill>
                <a:latin typeface="Arial"/>
                <a:ea typeface="Arial"/>
                <a:cs typeface="Arial"/>
              </a:defRPr>
            </a:lvl3pPr>
            <a:lvl4pPr algn="l">
              <a:defRPr sz="975" b="1" i="0">
                <a:solidFill>
                  <a:srgbClr val="737B71"/>
                </a:solidFill>
                <a:latin typeface="Arial"/>
                <a:ea typeface="Arial"/>
                <a:cs typeface="Arial"/>
              </a:defRPr>
            </a:lvl4pPr>
            <a:lvl5pPr algn="l">
              <a:defRPr sz="975" b="1" i="0">
                <a:solidFill>
                  <a:srgbClr val="737B71"/>
                </a:solidFill>
                <a:latin typeface="Arial"/>
                <a:ea typeface="Arial"/>
                <a:cs typeface="Arial"/>
              </a:defRPr>
            </a:lvl5pPr>
            <a:lvl6pPr algn="l">
              <a:defRPr sz="975" b="1" i="0">
                <a:solidFill>
                  <a:srgbClr val="737B71"/>
                </a:solidFill>
                <a:latin typeface="Arial"/>
                <a:ea typeface="Arial"/>
                <a:cs typeface="Arial"/>
              </a:defRPr>
            </a:lvl6pPr>
            <a:lvl7pPr algn="l">
              <a:defRPr sz="975" b="1" i="0">
                <a:solidFill>
                  <a:srgbClr val="737B71"/>
                </a:solidFill>
                <a:latin typeface="Arial"/>
                <a:ea typeface="Arial"/>
                <a:cs typeface="Arial"/>
              </a:defRPr>
            </a:lvl7pPr>
            <a:lvl8pPr algn="l">
              <a:defRPr sz="975" b="1" i="0">
                <a:solidFill>
                  <a:srgbClr val="737B71"/>
                </a:solidFill>
                <a:latin typeface="Arial"/>
                <a:ea typeface="Arial"/>
                <a:cs typeface="Arial"/>
              </a:defRPr>
            </a:lvl8pPr>
            <a:lvl9pPr algn="l">
              <a:defRPr sz="975" b="1" i="0">
                <a:solidFill>
                  <a:srgbClr val="737B71"/>
                </a:solidFill>
                <a:latin typeface="Arial"/>
                <a:ea typeface="Arial"/>
                <a:cs typeface="Arial"/>
              </a:defRPr>
            </a:lvl9pPr>
          </a:lstStyle>
          <a:p>
            <a:pPr algn="l">
              <a:defRPr sz="975" b="1" i="0">
                <a:solidFill>
                  <a:srgbClr val="737B71"/>
                </a:solidFill>
                <a:latin typeface="Arial"/>
                <a:ea typeface="Arial"/>
                <a:cs typeface="Arial"/>
              </a:defRPr>
            </a:pPr>
            <a:r>
              <a:rPr sz="975" b="1" i="0">
                <a:solidFill>
                  <a:srgbClr val="737B71"/>
                </a:solidFill>
                <a:latin typeface="Arial"/>
                <a:ea typeface="Arial"/>
                <a:cs typeface="Arial"/>
              </a:rPr>
              <a:t>FULLNESS · OUTLINE RING</a:t>
            </a:r>
          </a:p>
        </p:txBody>
      </p:sp>
      <p:sp>
        <p:nvSpPr>
          <p:cNvPr id="21" name="Oval 20">
            <a:extLst>
              <a:ext uri="{FF2B5EF4-FFF2-40B4-BE49-F238E27FC236}">
                <a16:creationId xmlns:a16="http://schemas.microsoft.com/office/drawing/2014/main" id="{022E33F1-BD18-44AB-99FB-1F879503FCE8}"/>
              </a:ext>
            </a:extLst>
          </p:cNvPr>
          <p:cNvSpPr>
            <a:spLocks noGrp="1"/>
          </p:cNvSpPr>
          <p:nvPr/>
        </p:nvSpPr>
        <p:spPr>
          <a:xfrm>
            <a:off x="1109663" y="4405313"/>
            <a:ext cx="142875" cy="142875"/>
          </a:xfrm>
          <a:prstGeom prst="ellipse">
            <a:avLst/>
          </a:prstGeom>
          <a:solidFill>
            <a:srgbClr val="FFFDF8"/>
          </a:solidFill>
          <a:ln w="28575">
            <a:solidFill>
              <a:srgbClr val="1D4B3A"/>
            </a:solidFill>
            <a:prstDash val="solid"/>
          </a:ln>
        </p:spPr>
      </p:sp>
      <p:sp>
        <p:nvSpPr>
          <p:cNvPr id="22" name="Rectangle 21">
            <a:extLst>
              <a:ext uri="{FF2B5EF4-FFF2-40B4-BE49-F238E27FC236}">
                <a16:creationId xmlns:a16="http://schemas.microsoft.com/office/drawing/2014/main" id="{2DF05C62-84D1-4745-BEE1-AE38E1164B00}"/>
              </a:ext>
            </a:extLst>
          </p:cNvPr>
          <p:cNvSpPr>
            <a:spLocks noGrp="1"/>
          </p:cNvSpPr>
          <p:nvPr/>
        </p:nvSpPr>
        <p:spPr>
          <a:xfrm>
            <a:off x="1333500" y="4400550"/>
            <a:ext cx="1238250" cy="171450"/>
          </a:xfrm>
          <a:prstGeom prst="rect">
            <a:avLst/>
          </a:prstGeom>
          <a:noFill/>
          <a:ln w="0">
            <a:noFill/>
            <a:prstDash val="solid"/>
          </a:ln>
        </p:spPr>
        <p:txBody>
          <a:bodyPr wrap="square" lIns="0" tIns="0" rIns="0" bIns="0" anchor="t">
            <a:noAutofit/>
          </a:bodyPr>
          <a:lstStyle>
            <a:defPPr algn="l">
              <a:defRPr sz="1050" b="0" i="0">
                <a:solidFill>
                  <a:srgbClr val="4E5B53"/>
                </a:solidFill>
                <a:latin typeface="Arial"/>
                <a:ea typeface="Arial"/>
                <a:cs typeface="Arial"/>
              </a:defRPr>
            </a:defPPr>
            <a:lvl1pPr algn="l">
              <a:defRPr sz="1050" b="0" i="0">
                <a:solidFill>
                  <a:srgbClr val="4E5B53"/>
                </a:solidFill>
                <a:latin typeface="Arial"/>
                <a:ea typeface="Arial"/>
                <a:cs typeface="Arial"/>
              </a:defRPr>
            </a:lvl1pPr>
            <a:lvl2pPr algn="l">
              <a:defRPr sz="1050" b="0" i="0">
                <a:solidFill>
                  <a:srgbClr val="4E5B53"/>
                </a:solidFill>
                <a:latin typeface="Arial"/>
                <a:ea typeface="Arial"/>
                <a:cs typeface="Arial"/>
              </a:defRPr>
            </a:lvl2pPr>
            <a:lvl3pPr algn="l">
              <a:defRPr sz="1050" b="0" i="0">
                <a:solidFill>
                  <a:srgbClr val="4E5B53"/>
                </a:solidFill>
                <a:latin typeface="Arial"/>
                <a:ea typeface="Arial"/>
                <a:cs typeface="Arial"/>
              </a:defRPr>
            </a:lvl3pPr>
            <a:lvl4pPr algn="l">
              <a:defRPr sz="1050" b="0" i="0">
                <a:solidFill>
                  <a:srgbClr val="4E5B53"/>
                </a:solidFill>
                <a:latin typeface="Arial"/>
                <a:ea typeface="Arial"/>
                <a:cs typeface="Arial"/>
              </a:defRPr>
            </a:lvl4pPr>
            <a:lvl5pPr algn="l">
              <a:defRPr sz="1050" b="0" i="0">
                <a:solidFill>
                  <a:srgbClr val="4E5B53"/>
                </a:solidFill>
                <a:latin typeface="Arial"/>
                <a:ea typeface="Arial"/>
                <a:cs typeface="Arial"/>
              </a:defRPr>
            </a:lvl5pPr>
            <a:lvl6pPr algn="l">
              <a:defRPr sz="1050" b="0" i="0">
                <a:solidFill>
                  <a:srgbClr val="4E5B53"/>
                </a:solidFill>
                <a:latin typeface="Arial"/>
                <a:ea typeface="Arial"/>
                <a:cs typeface="Arial"/>
              </a:defRPr>
            </a:lvl6pPr>
            <a:lvl7pPr algn="l">
              <a:defRPr sz="1050" b="0" i="0">
                <a:solidFill>
                  <a:srgbClr val="4E5B53"/>
                </a:solidFill>
                <a:latin typeface="Arial"/>
                <a:ea typeface="Arial"/>
                <a:cs typeface="Arial"/>
              </a:defRPr>
            </a:lvl7pPr>
            <a:lvl8pPr algn="l">
              <a:defRPr sz="1050" b="0" i="0">
                <a:solidFill>
                  <a:srgbClr val="4E5B53"/>
                </a:solidFill>
                <a:latin typeface="Arial"/>
                <a:ea typeface="Arial"/>
                <a:cs typeface="Arial"/>
              </a:defRPr>
            </a:lvl8pPr>
            <a:lvl9pPr algn="l">
              <a:defRPr sz="1050" b="0" i="0">
                <a:solidFill>
                  <a:srgbClr val="4E5B53"/>
                </a:solidFill>
                <a:latin typeface="Arial"/>
                <a:ea typeface="Arial"/>
                <a:cs typeface="Arial"/>
              </a:defRPr>
            </a:lvl9pPr>
          </a:lstStyle>
          <a:p>
            <a:pPr algn="l">
              <a:defRPr sz="1050" b="0" i="0">
                <a:solidFill>
                  <a:srgbClr val="4E5B53"/>
                </a:solidFill>
                <a:latin typeface="Arial"/>
                <a:ea typeface="Arial"/>
                <a:cs typeface="Arial"/>
              </a:defRPr>
            </a:pPr>
            <a:r>
              <a:rPr sz="1050" b="0" i="0">
                <a:solidFill>
                  <a:srgbClr val="4E5B53"/>
                </a:solidFill>
                <a:latin typeface="Arial"/>
                <a:ea typeface="Arial"/>
                <a:cs typeface="Arial"/>
              </a:rPr>
              <a:t>Empty</a:t>
            </a:r>
          </a:p>
        </p:txBody>
      </p:sp>
      <p:sp>
        <p:nvSpPr>
          <p:cNvPr id="23" name="Oval 22">
            <a:extLst>
              <a:ext uri="{FF2B5EF4-FFF2-40B4-BE49-F238E27FC236}">
                <a16:creationId xmlns:a16="http://schemas.microsoft.com/office/drawing/2014/main" id="{45C4B7B4-9420-4391-B371-6BD4E3F12991}"/>
              </a:ext>
            </a:extLst>
          </p:cNvPr>
          <p:cNvSpPr>
            <a:spLocks noGrp="1"/>
          </p:cNvSpPr>
          <p:nvPr/>
        </p:nvSpPr>
        <p:spPr>
          <a:xfrm>
            <a:off x="1109663" y="4643438"/>
            <a:ext cx="142875" cy="142875"/>
          </a:xfrm>
          <a:prstGeom prst="ellipse">
            <a:avLst/>
          </a:prstGeom>
          <a:solidFill>
            <a:srgbClr val="FFFDF8"/>
          </a:solidFill>
          <a:ln w="28575">
            <a:solidFill>
              <a:srgbClr val="D4AD78"/>
            </a:solidFill>
            <a:prstDash val="solid"/>
          </a:ln>
        </p:spPr>
      </p:sp>
      <p:sp>
        <p:nvSpPr>
          <p:cNvPr id="24" name="Rectangle 23">
            <a:extLst>
              <a:ext uri="{FF2B5EF4-FFF2-40B4-BE49-F238E27FC236}">
                <a16:creationId xmlns:a16="http://schemas.microsoft.com/office/drawing/2014/main" id="{67F7ACC4-E235-48D7-8354-D7BEF01CAF48}"/>
              </a:ext>
            </a:extLst>
          </p:cNvPr>
          <p:cNvSpPr>
            <a:spLocks noGrp="1"/>
          </p:cNvSpPr>
          <p:nvPr/>
        </p:nvSpPr>
        <p:spPr>
          <a:xfrm>
            <a:off x="1333500" y="4638675"/>
            <a:ext cx="1238250" cy="171450"/>
          </a:xfrm>
          <a:prstGeom prst="rect">
            <a:avLst/>
          </a:prstGeom>
          <a:noFill/>
          <a:ln w="0">
            <a:noFill/>
            <a:prstDash val="solid"/>
          </a:ln>
        </p:spPr>
        <p:txBody>
          <a:bodyPr wrap="square" lIns="0" tIns="0" rIns="0" bIns="0" anchor="t">
            <a:noAutofit/>
          </a:bodyPr>
          <a:lstStyle>
            <a:defPPr algn="l">
              <a:defRPr sz="1050" b="0" i="0">
                <a:solidFill>
                  <a:srgbClr val="4E5B53"/>
                </a:solidFill>
                <a:latin typeface="Arial"/>
                <a:ea typeface="Arial"/>
                <a:cs typeface="Arial"/>
              </a:defRPr>
            </a:defPPr>
            <a:lvl1pPr algn="l">
              <a:defRPr sz="1050" b="0" i="0">
                <a:solidFill>
                  <a:srgbClr val="4E5B53"/>
                </a:solidFill>
                <a:latin typeface="Arial"/>
                <a:ea typeface="Arial"/>
                <a:cs typeface="Arial"/>
              </a:defRPr>
            </a:lvl1pPr>
            <a:lvl2pPr algn="l">
              <a:defRPr sz="1050" b="0" i="0">
                <a:solidFill>
                  <a:srgbClr val="4E5B53"/>
                </a:solidFill>
                <a:latin typeface="Arial"/>
                <a:ea typeface="Arial"/>
                <a:cs typeface="Arial"/>
              </a:defRPr>
            </a:lvl2pPr>
            <a:lvl3pPr algn="l">
              <a:defRPr sz="1050" b="0" i="0">
                <a:solidFill>
                  <a:srgbClr val="4E5B53"/>
                </a:solidFill>
                <a:latin typeface="Arial"/>
                <a:ea typeface="Arial"/>
                <a:cs typeface="Arial"/>
              </a:defRPr>
            </a:lvl3pPr>
            <a:lvl4pPr algn="l">
              <a:defRPr sz="1050" b="0" i="0">
                <a:solidFill>
                  <a:srgbClr val="4E5B53"/>
                </a:solidFill>
                <a:latin typeface="Arial"/>
                <a:ea typeface="Arial"/>
                <a:cs typeface="Arial"/>
              </a:defRPr>
            </a:lvl4pPr>
            <a:lvl5pPr algn="l">
              <a:defRPr sz="1050" b="0" i="0">
                <a:solidFill>
                  <a:srgbClr val="4E5B53"/>
                </a:solidFill>
                <a:latin typeface="Arial"/>
                <a:ea typeface="Arial"/>
                <a:cs typeface="Arial"/>
              </a:defRPr>
            </a:lvl5pPr>
            <a:lvl6pPr algn="l">
              <a:defRPr sz="1050" b="0" i="0">
                <a:solidFill>
                  <a:srgbClr val="4E5B53"/>
                </a:solidFill>
                <a:latin typeface="Arial"/>
                <a:ea typeface="Arial"/>
                <a:cs typeface="Arial"/>
              </a:defRPr>
            </a:lvl6pPr>
            <a:lvl7pPr algn="l">
              <a:defRPr sz="1050" b="0" i="0">
                <a:solidFill>
                  <a:srgbClr val="4E5B53"/>
                </a:solidFill>
                <a:latin typeface="Arial"/>
                <a:ea typeface="Arial"/>
                <a:cs typeface="Arial"/>
              </a:defRPr>
            </a:lvl7pPr>
            <a:lvl8pPr algn="l">
              <a:defRPr sz="1050" b="0" i="0">
                <a:solidFill>
                  <a:srgbClr val="4E5B53"/>
                </a:solidFill>
                <a:latin typeface="Arial"/>
                <a:ea typeface="Arial"/>
                <a:cs typeface="Arial"/>
              </a:defRPr>
            </a:lvl8pPr>
            <a:lvl9pPr algn="l">
              <a:defRPr sz="1050" b="0" i="0">
                <a:solidFill>
                  <a:srgbClr val="4E5B53"/>
                </a:solidFill>
                <a:latin typeface="Arial"/>
                <a:ea typeface="Arial"/>
                <a:cs typeface="Arial"/>
              </a:defRPr>
            </a:lvl9pPr>
          </a:lstStyle>
          <a:p>
            <a:pPr algn="l">
              <a:defRPr sz="1050" b="0" i="0">
                <a:solidFill>
                  <a:srgbClr val="4E5B53"/>
                </a:solidFill>
                <a:latin typeface="Arial"/>
                <a:ea typeface="Arial"/>
                <a:cs typeface="Arial"/>
              </a:defRPr>
            </a:pPr>
            <a:r>
              <a:rPr sz="1050" b="0" i="0">
                <a:solidFill>
                  <a:srgbClr val="4E5B53"/>
                </a:solidFill>
                <a:latin typeface="Arial"/>
                <a:ea typeface="Arial"/>
                <a:cs typeface="Arial"/>
              </a:rPr>
              <a:t>Half full</a:t>
            </a:r>
          </a:p>
        </p:txBody>
      </p:sp>
      <p:sp>
        <p:nvSpPr>
          <p:cNvPr id="25" name="Oval 24">
            <a:extLst>
              <a:ext uri="{FF2B5EF4-FFF2-40B4-BE49-F238E27FC236}">
                <a16:creationId xmlns:a16="http://schemas.microsoft.com/office/drawing/2014/main" id="{BC681873-C78A-42EC-99EF-F8D1A03528AC}"/>
              </a:ext>
            </a:extLst>
          </p:cNvPr>
          <p:cNvSpPr>
            <a:spLocks noGrp="1"/>
          </p:cNvSpPr>
          <p:nvPr/>
        </p:nvSpPr>
        <p:spPr>
          <a:xfrm>
            <a:off x="1109663" y="4881563"/>
            <a:ext cx="142875" cy="142875"/>
          </a:xfrm>
          <a:prstGeom prst="ellipse">
            <a:avLst/>
          </a:prstGeom>
          <a:solidFill>
            <a:srgbClr val="FFFDF8"/>
          </a:solidFill>
          <a:ln w="28575">
            <a:solidFill>
              <a:srgbClr val="C48772"/>
            </a:solidFill>
            <a:prstDash val="solid"/>
          </a:ln>
        </p:spPr>
      </p:sp>
      <p:sp>
        <p:nvSpPr>
          <p:cNvPr id="26" name="Rectangle 25">
            <a:extLst>
              <a:ext uri="{FF2B5EF4-FFF2-40B4-BE49-F238E27FC236}">
                <a16:creationId xmlns:a16="http://schemas.microsoft.com/office/drawing/2014/main" id="{8C93AB70-BBA4-4059-9BAA-2D392BAAB613}"/>
              </a:ext>
            </a:extLst>
          </p:cNvPr>
          <p:cNvSpPr>
            <a:spLocks noGrp="1"/>
          </p:cNvSpPr>
          <p:nvPr/>
        </p:nvSpPr>
        <p:spPr>
          <a:xfrm>
            <a:off x="1333500" y="4876800"/>
            <a:ext cx="1238250" cy="171450"/>
          </a:xfrm>
          <a:prstGeom prst="rect">
            <a:avLst/>
          </a:prstGeom>
          <a:noFill/>
          <a:ln w="0">
            <a:noFill/>
            <a:prstDash val="solid"/>
          </a:ln>
        </p:spPr>
        <p:txBody>
          <a:bodyPr wrap="square" lIns="0" tIns="0" rIns="0" bIns="0" anchor="t">
            <a:noAutofit/>
          </a:bodyPr>
          <a:lstStyle>
            <a:defPPr algn="l">
              <a:defRPr sz="1050" b="0" i="0">
                <a:solidFill>
                  <a:srgbClr val="4E5B53"/>
                </a:solidFill>
                <a:latin typeface="Arial"/>
                <a:ea typeface="Arial"/>
                <a:cs typeface="Arial"/>
              </a:defRPr>
            </a:defPPr>
            <a:lvl1pPr algn="l">
              <a:defRPr sz="1050" b="0" i="0">
                <a:solidFill>
                  <a:srgbClr val="4E5B53"/>
                </a:solidFill>
                <a:latin typeface="Arial"/>
                <a:ea typeface="Arial"/>
                <a:cs typeface="Arial"/>
              </a:defRPr>
            </a:lvl1pPr>
            <a:lvl2pPr algn="l">
              <a:defRPr sz="1050" b="0" i="0">
                <a:solidFill>
                  <a:srgbClr val="4E5B53"/>
                </a:solidFill>
                <a:latin typeface="Arial"/>
                <a:ea typeface="Arial"/>
                <a:cs typeface="Arial"/>
              </a:defRPr>
            </a:lvl2pPr>
            <a:lvl3pPr algn="l">
              <a:defRPr sz="1050" b="0" i="0">
                <a:solidFill>
                  <a:srgbClr val="4E5B53"/>
                </a:solidFill>
                <a:latin typeface="Arial"/>
                <a:ea typeface="Arial"/>
                <a:cs typeface="Arial"/>
              </a:defRPr>
            </a:lvl3pPr>
            <a:lvl4pPr algn="l">
              <a:defRPr sz="1050" b="0" i="0">
                <a:solidFill>
                  <a:srgbClr val="4E5B53"/>
                </a:solidFill>
                <a:latin typeface="Arial"/>
                <a:ea typeface="Arial"/>
                <a:cs typeface="Arial"/>
              </a:defRPr>
            </a:lvl4pPr>
            <a:lvl5pPr algn="l">
              <a:defRPr sz="1050" b="0" i="0">
                <a:solidFill>
                  <a:srgbClr val="4E5B53"/>
                </a:solidFill>
                <a:latin typeface="Arial"/>
                <a:ea typeface="Arial"/>
                <a:cs typeface="Arial"/>
              </a:defRPr>
            </a:lvl5pPr>
            <a:lvl6pPr algn="l">
              <a:defRPr sz="1050" b="0" i="0">
                <a:solidFill>
                  <a:srgbClr val="4E5B53"/>
                </a:solidFill>
                <a:latin typeface="Arial"/>
                <a:ea typeface="Arial"/>
                <a:cs typeface="Arial"/>
              </a:defRPr>
            </a:lvl6pPr>
            <a:lvl7pPr algn="l">
              <a:defRPr sz="1050" b="0" i="0">
                <a:solidFill>
                  <a:srgbClr val="4E5B53"/>
                </a:solidFill>
                <a:latin typeface="Arial"/>
                <a:ea typeface="Arial"/>
                <a:cs typeface="Arial"/>
              </a:defRPr>
            </a:lvl7pPr>
            <a:lvl8pPr algn="l">
              <a:defRPr sz="1050" b="0" i="0">
                <a:solidFill>
                  <a:srgbClr val="4E5B53"/>
                </a:solidFill>
                <a:latin typeface="Arial"/>
                <a:ea typeface="Arial"/>
                <a:cs typeface="Arial"/>
              </a:defRPr>
            </a:lvl8pPr>
            <a:lvl9pPr algn="l">
              <a:defRPr sz="1050" b="0" i="0">
                <a:solidFill>
                  <a:srgbClr val="4E5B53"/>
                </a:solidFill>
                <a:latin typeface="Arial"/>
                <a:ea typeface="Arial"/>
                <a:cs typeface="Arial"/>
              </a:defRPr>
            </a:lvl9pPr>
          </a:lstStyle>
          <a:p>
            <a:pPr algn="l">
              <a:defRPr sz="1050" b="0" i="0">
                <a:solidFill>
                  <a:srgbClr val="4E5B53"/>
                </a:solidFill>
                <a:latin typeface="Arial"/>
                <a:ea typeface="Arial"/>
                <a:cs typeface="Arial"/>
              </a:defRPr>
            </a:pPr>
            <a:r>
              <a:rPr sz="1050" b="0" i="0">
                <a:solidFill>
                  <a:srgbClr val="4E5B53"/>
                </a:solidFill>
                <a:latin typeface="Arial"/>
                <a:ea typeface="Arial"/>
                <a:cs typeface="Arial"/>
              </a:rPr>
              <a:t>Full</a:t>
            </a:r>
          </a:p>
        </p:txBody>
      </p:sp>
      <p:sp>
        <p:nvSpPr>
          <p:cNvPr id="27" name="Rectangle 26">
            <a:extLst>
              <a:ext uri="{FF2B5EF4-FFF2-40B4-BE49-F238E27FC236}">
                <a16:creationId xmlns:a16="http://schemas.microsoft.com/office/drawing/2014/main" id="{CE50EA8C-91DF-4BAC-B86B-47A406E12C26}"/>
              </a:ext>
            </a:extLst>
          </p:cNvPr>
          <p:cNvSpPr>
            <a:spLocks noGrp="1"/>
          </p:cNvSpPr>
          <p:nvPr/>
        </p:nvSpPr>
        <p:spPr>
          <a:xfrm>
            <a:off x="1085850" y="5153025"/>
            <a:ext cx="2057400" cy="9525"/>
          </a:xfrm>
          <a:prstGeom prst="rect">
            <a:avLst/>
          </a:prstGeom>
          <a:solidFill>
            <a:srgbClr val="DDDED3"/>
          </a:solidFill>
          <a:ln w="0">
            <a:noFill/>
            <a:prstDash val="solid"/>
          </a:ln>
        </p:spPr>
      </p:sp>
      <p:sp>
        <p:nvSpPr>
          <p:cNvPr id="28" name="Rectangle 27">
            <a:extLst>
              <a:ext uri="{FF2B5EF4-FFF2-40B4-BE49-F238E27FC236}">
                <a16:creationId xmlns:a16="http://schemas.microsoft.com/office/drawing/2014/main" id="{0BDF1B2F-FC01-401E-B25D-179C44BB8514}"/>
              </a:ext>
            </a:extLst>
          </p:cNvPr>
          <p:cNvSpPr>
            <a:spLocks noGrp="1"/>
          </p:cNvSpPr>
          <p:nvPr/>
        </p:nvSpPr>
        <p:spPr>
          <a:xfrm>
            <a:off x="1085850" y="5248275"/>
            <a:ext cx="2057400" cy="209550"/>
          </a:xfrm>
          <a:prstGeom prst="rect">
            <a:avLst/>
          </a:prstGeom>
          <a:noFill/>
          <a:ln w="0">
            <a:noFill/>
            <a:prstDash val="solid"/>
          </a:ln>
        </p:spPr>
        <p:txBody>
          <a:bodyPr wrap="square" lIns="0" tIns="0" rIns="0" bIns="0" anchor="t">
            <a:noAutofit/>
          </a:bodyPr>
          <a:lstStyle>
            <a:defPPr algn="l">
              <a:defRPr sz="1200" b="1" i="0">
                <a:solidFill>
                  <a:srgbClr val="17231D"/>
                </a:solidFill>
                <a:latin typeface="Arial"/>
                <a:ea typeface="Arial"/>
                <a:cs typeface="Arial"/>
              </a:defRPr>
            </a:defPPr>
            <a:lvl1pPr algn="l">
              <a:defRPr sz="1200" b="1" i="0">
                <a:solidFill>
                  <a:srgbClr val="17231D"/>
                </a:solidFill>
                <a:latin typeface="Arial"/>
                <a:ea typeface="Arial"/>
                <a:cs typeface="Arial"/>
              </a:defRPr>
            </a:lvl1pPr>
            <a:lvl2pPr algn="l">
              <a:defRPr sz="1200" b="1" i="0">
                <a:solidFill>
                  <a:srgbClr val="17231D"/>
                </a:solidFill>
                <a:latin typeface="Arial"/>
                <a:ea typeface="Arial"/>
                <a:cs typeface="Arial"/>
              </a:defRPr>
            </a:lvl2pPr>
            <a:lvl3pPr algn="l">
              <a:defRPr sz="1200" b="1" i="0">
                <a:solidFill>
                  <a:srgbClr val="17231D"/>
                </a:solidFill>
                <a:latin typeface="Arial"/>
                <a:ea typeface="Arial"/>
                <a:cs typeface="Arial"/>
              </a:defRPr>
            </a:lvl3pPr>
            <a:lvl4pPr algn="l">
              <a:defRPr sz="1200" b="1" i="0">
                <a:solidFill>
                  <a:srgbClr val="17231D"/>
                </a:solidFill>
                <a:latin typeface="Arial"/>
                <a:ea typeface="Arial"/>
                <a:cs typeface="Arial"/>
              </a:defRPr>
            </a:lvl4pPr>
            <a:lvl5pPr algn="l">
              <a:defRPr sz="1200" b="1" i="0">
                <a:solidFill>
                  <a:srgbClr val="17231D"/>
                </a:solidFill>
                <a:latin typeface="Arial"/>
                <a:ea typeface="Arial"/>
                <a:cs typeface="Arial"/>
              </a:defRPr>
            </a:lvl5pPr>
            <a:lvl6pPr algn="l">
              <a:defRPr sz="1200" b="1" i="0">
                <a:solidFill>
                  <a:srgbClr val="17231D"/>
                </a:solidFill>
                <a:latin typeface="Arial"/>
                <a:ea typeface="Arial"/>
                <a:cs typeface="Arial"/>
              </a:defRPr>
            </a:lvl6pPr>
            <a:lvl7pPr algn="l">
              <a:defRPr sz="1200" b="1" i="0">
                <a:solidFill>
                  <a:srgbClr val="17231D"/>
                </a:solidFill>
                <a:latin typeface="Arial"/>
                <a:ea typeface="Arial"/>
                <a:cs typeface="Arial"/>
              </a:defRPr>
            </a:lvl7pPr>
            <a:lvl8pPr algn="l">
              <a:defRPr sz="1200" b="1" i="0">
                <a:solidFill>
                  <a:srgbClr val="17231D"/>
                </a:solidFill>
                <a:latin typeface="Arial"/>
                <a:ea typeface="Arial"/>
                <a:cs typeface="Arial"/>
              </a:defRPr>
            </a:lvl8pPr>
            <a:lvl9pPr algn="l">
              <a:defRPr sz="1200" b="1" i="0">
                <a:solidFill>
                  <a:srgbClr val="17231D"/>
                </a:solidFill>
                <a:latin typeface="Arial"/>
                <a:ea typeface="Arial"/>
                <a:cs typeface="Arial"/>
              </a:defRPr>
            </a:lvl9pPr>
          </a:lstStyle>
          <a:p>
            <a:pPr algn="l">
              <a:defRPr sz="1200" b="1" i="0">
                <a:solidFill>
                  <a:srgbClr val="17231D"/>
                </a:solidFill>
                <a:latin typeface="Arial"/>
                <a:ea typeface="Arial"/>
                <a:cs typeface="Arial"/>
              </a:defRPr>
            </a:pPr>
            <a:r>
              <a:rPr sz="1200" b="1" i="0">
                <a:solidFill>
                  <a:srgbClr val="17231D"/>
                </a:solidFill>
                <a:latin typeface="Arial"/>
                <a:ea typeface="Arial"/>
                <a:cs typeface="Arial"/>
              </a:rPr>
              <a:t>Route to a nearby bin</a:t>
            </a:r>
          </a:p>
        </p:txBody>
      </p:sp>
      <p:sp>
        <p:nvSpPr>
          <p:cNvPr id="29" name="Rectangle 28">
            <a:extLst>
              <a:ext uri="{FF2B5EF4-FFF2-40B4-BE49-F238E27FC236}">
                <a16:creationId xmlns:a16="http://schemas.microsoft.com/office/drawing/2014/main" id="{E36A73EB-9FF1-4E3E-83EB-EB19C16A1C20}"/>
              </a:ext>
            </a:extLst>
          </p:cNvPr>
          <p:cNvSpPr>
            <a:spLocks noGrp="1"/>
          </p:cNvSpPr>
          <p:nvPr/>
        </p:nvSpPr>
        <p:spPr>
          <a:xfrm>
            <a:off x="1085850" y="5467350"/>
            <a:ext cx="2076450" cy="257175"/>
          </a:xfrm>
          <a:prstGeom prst="rect">
            <a:avLst/>
          </a:prstGeom>
          <a:noFill/>
          <a:ln w="0">
            <a:noFill/>
            <a:prstDash val="solid"/>
          </a:ln>
        </p:spPr>
        <p:txBody>
          <a:bodyPr wrap="square" lIns="0" tIns="0" rIns="0" bIns="0" anchor="t">
            <a:noAutofit/>
          </a:bodyPr>
          <a:lstStyle>
            <a:defPPr algn="l">
              <a:defRPr sz="900" b="0" i="0">
                <a:solidFill>
                  <a:srgbClr val="737B71"/>
                </a:solidFill>
                <a:latin typeface="Arial"/>
                <a:ea typeface="Arial"/>
                <a:cs typeface="Arial"/>
              </a:defRPr>
            </a:defPPr>
            <a:lvl1pPr algn="l">
              <a:defRPr sz="900" b="0" i="0">
                <a:solidFill>
                  <a:srgbClr val="737B71"/>
                </a:solidFill>
                <a:latin typeface="Arial"/>
                <a:ea typeface="Arial"/>
                <a:cs typeface="Arial"/>
              </a:defRPr>
            </a:lvl1pPr>
            <a:lvl2pPr algn="l">
              <a:defRPr sz="900" b="0" i="0">
                <a:solidFill>
                  <a:srgbClr val="737B71"/>
                </a:solidFill>
                <a:latin typeface="Arial"/>
                <a:ea typeface="Arial"/>
                <a:cs typeface="Arial"/>
              </a:defRPr>
            </a:lvl2pPr>
            <a:lvl3pPr algn="l">
              <a:defRPr sz="900" b="0" i="0">
                <a:solidFill>
                  <a:srgbClr val="737B71"/>
                </a:solidFill>
                <a:latin typeface="Arial"/>
                <a:ea typeface="Arial"/>
                <a:cs typeface="Arial"/>
              </a:defRPr>
            </a:lvl3pPr>
            <a:lvl4pPr algn="l">
              <a:defRPr sz="900" b="0" i="0">
                <a:solidFill>
                  <a:srgbClr val="737B71"/>
                </a:solidFill>
                <a:latin typeface="Arial"/>
                <a:ea typeface="Arial"/>
                <a:cs typeface="Arial"/>
              </a:defRPr>
            </a:lvl4pPr>
            <a:lvl5pPr algn="l">
              <a:defRPr sz="900" b="0" i="0">
                <a:solidFill>
                  <a:srgbClr val="737B71"/>
                </a:solidFill>
                <a:latin typeface="Arial"/>
                <a:ea typeface="Arial"/>
                <a:cs typeface="Arial"/>
              </a:defRPr>
            </a:lvl5pPr>
            <a:lvl6pPr algn="l">
              <a:defRPr sz="900" b="0" i="0">
                <a:solidFill>
                  <a:srgbClr val="737B71"/>
                </a:solidFill>
                <a:latin typeface="Arial"/>
                <a:ea typeface="Arial"/>
                <a:cs typeface="Arial"/>
              </a:defRPr>
            </a:lvl6pPr>
            <a:lvl7pPr algn="l">
              <a:defRPr sz="900" b="0" i="0">
                <a:solidFill>
                  <a:srgbClr val="737B71"/>
                </a:solidFill>
                <a:latin typeface="Arial"/>
                <a:ea typeface="Arial"/>
                <a:cs typeface="Arial"/>
              </a:defRPr>
            </a:lvl7pPr>
            <a:lvl8pPr algn="l">
              <a:defRPr sz="900" b="0" i="0">
                <a:solidFill>
                  <a:srgbClr val="737B71"/>
                </a:solidFill>
                <a:latin typeface="Arial"/>
                <a:ea typeface="Arial"/>
                <a:cs typeface="Arial"/>
              </a:defRPr>
            </a:lvl8pPr>
            <a:lvl9pPr algn="l">
              <a:defRPr sz="900" b="0" i="0">
                <a:solidFill>
                  <a:srgbClr val="737B71"/>
                </a:solidFill>
                <a:latin typeface="Arial"/>
                <a:ea typeface="Arial"/>
                <a:cs typeface="Arial"/>
              </a:defRPr>
            </a:lvl9pPr>
          </a:lstStyle>
          <a:p>
            <a:pPr algn="l">
              <a:defRPr sz="900" b="0" i="0">
                <a:solidFill>
                  <a:srgbClr val="737B71"/>
                </a:solidFill>
                <a:latin typeface="Arial"/>
                <a:ea typeface="Arial"/>
                <a:cs typeface="Arial"/>
              </a:defRPr>
            </a:pPr>
            <a:r>
              <a:rPr sz="900" b="0" i="0">
                <a:solidFill>
                  <a:srgbClr val="737B71"/>
                </a:solidFill>
                <a:latin typeface="Arial"/>
                <a:ea typeface="Arial"/>
                <a:cs typeface="Arial"/>
              </a:rPr>
              <a:t>Example only · availability depends on verified records</a:t>
            </a:r>
          </a:p>
        </p:txBody>
      </p:sp>
      <p:sp>
        <p:nvSpPr>
          <p:cNvPr id="30" name="Rectangle 29">
            <a:extLst>
              <a:ext uri="{FF2B5EF4-FFF2-40B4-BE49-F238E27FC236}">
                <a16:creationId xmlns:a16="http://schemas.microsoft.com/office/drawing/2014/main" id="{D9E5F70E-BA8F-41F1-979C-C9874E2E368B}"/>
              </a:ext>
            </a:extLst>
          </p:cNvPr>
          <p:cNvSpPr>
            <a:spLocks noGrp="1"/>
          </p:cNvSpPr>
          <p:nvPr/>
        </p:nvSpPr>
        <p:spPr>
          <a:xfrm>
            <a:off x="3457575" y="2800350"/>
            <a:ext cx="7820025" cy="2800350"/>
          </a:xfrm>
          <a:prstGeom prst="rect">
            <a:avLst/>
          </a:prstGeom>
          <a:solidFill>
            <a:srgbClr val="E8EBDD"/>
          </a:solidFill>
          <a:ln w="0">
            <a:noFill/>
            <a:prstDash val="solid"/>
          </a:ln>
        </p:spPr>
      </p:sp>
      <p:sp>
        <p:nvSpPr>
          <p:cNvPr id="31" name="Rectangle 30">
            <a:extLst>
              <a:ext uri="{FF2B5EF4-FFF2-40B4-BE49-F238E27FC236}">
                <a16:creationId xmlns:a16="http://schemas.microsoft.com/office/drawing/2014/main" id="{33ABAF8B-55EC-4049-83DE-8BD13CF994D5}"/>
              </a:ext>
            </a:extLst>
          </p:cNvPr>
          <p:cNvSpPr>
            <a:spLocks noGrp="1"/>
          </p:cNvSpPr>
          <p:nvPr/>
        </p:nvSpPr>
        <p:spPr>
          <a:xfrm>
            <a:off x="3648075" y="3038475"/>
            <a:ext cx="7429500" cy="66675"/>
          </a:xfrm>
          <a:prstGeom prst="rect">
            <a:avLst/>
          </a:prstGeom>
          <a:solidFill>
            <a:srgbClr val="FFFDF8"/>
          </a:solidFill>
          <a:ln w="0">
            <a:noFill/>
            <a:prstDash val="solid"/>
          </a:ln>
        </p:spPr>
      </p:sp>
      <p:sp>
        <p:nvSpPr>
          <p:cNvPr id="32" name="Rectangle 31">
            <a:extLst>
              <a:ext uri="{FF2B5EF4-FFF2-40B4-BE49-F238E27FC236}">
                <a16:creationId xmlns:a16="http://schemas.microsoft.com/office/drawing/2014/main" id="{1FB31D97-2F32-43C7-852D-2235DD4C5DA2}"/>
              </a:ext>
            </a:extLst>
          </p:cNvPr>
          <p:cNvSpPr>
            <a:spLocks noGrp="1"/>
          </p:cNvSpPr>
          <p:nvPr/>
        </p:nvSpPr>
        <p:spPr>
          <a:xfrm>
            <a:off x="3648075" y="3514725"/>
            <a:ext cx="7429500" cy="66675"/>
          </a:xfrm>
          <a:prstGeom prst="rect">
            <a:avLst/>
          </a:prstGeom>
          <a:solidFill>
            <a:srgbClr val="FFFDF8"/>
          </a:solidFill>
          <a:ln w="0">
            <a:noFill/>
            <a:prstDash val="solid"/>
          </a:ln>
        </p:spPr>
      </p:sp>
      <p:sp>
        <p:nvSpPr>
          <p:cNvPr id="33" name="Rectangle 32">
            <a:extLst>
              <a:ext uri="{FF2B5EF4-FFF2-40B4-BE49-F238E27FC236}">
                <a16:creationId xmlns:a16="http://schemas.microsoft.com/office/drawing/2014/main" id="{BB7E0758-97C8-4885-A3F9-8A1E6F102D8F}"/>
              </a:ext>
            </a:extLst>
          </p:cNvPr>
          <p:cNvSpPr>
            <a:spLocks noGrp="1"/>
          </p:cNvSpPr>
          <p:nvPr/>
        </p:nvSpPr>
        <p:spPr>
          <a:xfrm>
            <a:off x="3648075" y="4010025"/>
            <a:ext cx="7429500" cy="66675"/>
          </a:xfrm>
          <a:prstGeom prst="rect">
            <a:avLst/>
          </a:prstGeom>
          <a:solidFill>
            <a:srgbClr val="FFFDF8"/>
          </a:solidFill>
          <a:ln w="0">
            <a:noFill/>
            <a:prstDash val="solid"/>
          </a:ln>
        </p:spPr>
      </p:sp>
      <p:sp>
        <p:nvSpPr>
          <p:cNvPr id="34" name="Rectangle 33">
            <a:extLst>
              <a:ext uri="{FF2B5EF4-FFF2-40B4-BE49-F238E27FC236}">
                <a16:creationId xmlns:a16="http://schemas.microsoft.com/office/drawing/2014/main" id="{FAF8BB65-EBCE-47C6-87D5-7F27157613EF}"/>
              </a:ext>
            </a:extLst>
          </p:cNvPr>
          <p:cNvSpPr>
            <a:spLocks noGrp="1"/>
          </p:cNvSpPr>
          <p:nvPr/>
        </p:nvSpPr>
        <p:spPr>
          <a:xfrm>
            <a:off x="3648075" y="4505325"/>
            <a:ext cx="7429500" cy="66675"/>
          </a:xfrm>
          <a:prstGeom prst="rect">
            <a:avLst/>
          </a:prstGeom>
          <a:solidFill>
            <a:srgbClr val="FFFDF8"/>
          </a:solidFill>
          <a:ln w="0">
            <a:noFill/>
            <a:prstDash val="solid"/>
          </a:ln>
        </p:spPr>
      </p:sp>
      <p:sp>
        <p:nvSpPr>
          <p:cNvPr id="35" name="Rectangle 34">
            <a:extLst>
              <a:ext uri="{FF2B5EF4-FFF2-40B4-BE49-F238E27FC236}">
                <a16:creationId xmlns:a16="http://schemas.microsoft.com/office/drawing/2014/main" id="{29CD2AA7-7B1C-48E5-A535-3995446A8B81}"/>
              </a:ext>
            </a:extLst>
          </p:cNvPr>
          <p:cNvSpPr>
            <a:spLocks noGrp="1"/>
          </p:cNvSpPr>
          <p:nvPr/>
        </p:nvSpPr>
        <p:spPr>
          <a:xfrm>
            <a:off x="3648075" y="5000625"/>
            <a:ext cx="7429500" cy="66675"/>
          </a:xfrm>
          <a:prstGeom prst="rect">
            <a:avLst/>
          </a:prstGeom>
          <a:solidFill>
            <a:srgbClr val="FFFDF8"/>
          </a:solidFill>
          <a:ln w="0">
            <a:noFill/>
            <a:prstDash val="solid"/>
          </a:ln>
        </p:spPr>
      </p:sp>
      <p:sp>
        <p:nvSpPr>
          <p:cNvPr id="36" name="Rectangle 35">
            <a:extLst>
              <a:ext uri="{FF2B5EF4-FFF2-40B4-BE49-F238E27FC236}">
                <a16:creationId xmlns:a16="http://schemas.microsoft.com/office/drawing/2014/main" id="{B9BFD000-6D68-44B7-81D4-B0D8C34A443A}"/>
              </a:ext>
            </a:extLst>
          </p:cNvPr>
          <p:cNvSpPr>
            <a:spLocks noGrp="1"/>
          </p:cNvSpPr>
          <p:nvPr/>
        </p:nvSpPr>
        <p:spPr>
          <a:xfrm>
            <a:off x="3648075" y="5381625"/>
            <a:ext cx="7429500" cy="66675"/>
          </a:xfrm>
          <a:prstGeom prst="rect">
            <a:avLst/>
          </a:prstGeom>
          <a:solidFill>
            <a:srgbClr val="FFFDF8"/>
          </a:solidFill>
          <a:ln w="0">
            <a:noFill/>
            <a:prstDash val="solid"/>
          </a:ln>
        </p:spPr>
      </p:sp>
      <p:sp>
        <p:nvSpPr>
          <p:cNvPr id="37" name="Rectangle 36">
            <a:extLst>
              <a:ext uri="{FF2B5EF4-FFF2-40B4-BE49-F238E27FC236}">
                <a16:creationId xmlns:a16="http://schemas.microsoft.com/office/drawing/2014/main" id="{647E07B3-0E68-4A73-B379-D9BA0BCF5381}"/>
              </a:ext>
            </a:extLst>
          </p:cNvPr>
          <p:cNvSpPr>
            <a:spLocks noGrp="1"/>
          </p:cNvSpPr>
          <p:nvPr/>
        </p:nvSpPr>
        <p:spPr>
          <a:xfrm>
            <a:off x="3933825" y="2895600"/>
            <a:ext cx="66675" cy="2514600"/>
          </a:xfrm>
          <a:prstGeom prst="rect">
            <a:avLst/>
          </a:prstGeom>
          <a:solidFill>
            <a:srgbClr val="FFFDF8"/>
          </a:solidFill>
          <a:ln w="0">
            <a:noFill/>
            <a:prstDash val="solid"/>
          </a:ln>
        </p:spPr>
      </p:sp>
      <p:sp>
        <p:nvSpPr>
          <p:cNvPr id="38" name="Rectangle 37">
            <a:extLst>
              <a:ext uri="{FF2B5EF4-FFF2-40B4-BE49-F238E27FC236}">
                <a16:creationId xmlns:a16="http://schemas.microsoft.com/office/drawing/2014/main" id="{E4073E8B-2656-4F14-906D-F22410BF28A6}"/>
              </a:ext>
            </a:extLst>
          </p:cNvPr>
          <p:cNvSpPr>
            <a:spLocks noGrp="1"/>
          </p:cNvSpPr>
          <p:nvPr/>
        </p:nvSpPr>
        <p:spPr>
          <a:xfrm>
            <a:off x="4781550" y="2895600"/>
            <a:ext cx="66675" cy="2514600"/>
          </a:xfrm>
          <a:prstGeom prst="rect">
            <a:avLst/>
          </a:prstGeom>
          <a:solidFill>
            <a:srgbClr val="FFFDF8"/>
          </a:solidFill>
          <a:ln w="0">
            <a:noFill/>
            <a:prstDash val="solid"/>
          </a:ln>
        </p:spPr>
      </p:sp>
      <p:sp>
        <p:nvSpPr>
          <p:cNvPr id="39" name="Rectangle 38">
            <a:extLst>
              <a:ext uri="{FF2B5EF4-FFF2-40B4-BE49-F238E27FC236}">
                <a16:creationId xmlns:a16="http://schemas.microsoft.com/office/drawing/2014/main" id="{359D5214-8B53-40B9-B314-6559FC68ECEC}"/>
              </a:ext>
            </a:extLst>
          </p:cNvPr>
          <p:cNvSpPr>
            <a:spLocks noGrp="1"/>
          </p:cNvSpPr>
          <p:nvPr/>
        </p:nvSpPr>
        <p:spPr>
          <a:xfrm>
            <a:off x="5676900" y="2895600"/>
            <a:ext cx="66675" cy="2514600"/>
          </a:xfrm>
          <a:prstGeom prst="rect">
            <a:avLst/>
          </a:prstGeom>
          <a:solidFill>
            <a:srgbClr val="FFFDF8"/>
          </a:solidFill>
          <a:ln w="0">
            <a:noFill/>
            <a:prstDash val="solid"/>
          </a:ln>
        </p:spPr>
      </p:sp>
      <p:sp>
        <p:nvSpPr>
          <p:cNvPr id="40" name="Rectangle 39">
            <a:extLst>
              <a:ext uri="{FF2B5EF4-FFF2-40B4-BE49-F238E27FC236}">
                <a16:creationId xmlns:a16="http://schemas.microsoft.com/office/drawing/2014/main" id="{A16E49BB-0B4F-43F5-A2CE-E7A4CD4F04D7}"/>
              </a:ext>
            </a:extLst>
          </p:cNvPr>
          <p:cNvSpPr>
            <a:spLocks noGrp="1"/>
          </p:cNvSpPr>
          <p:nvPr/>
        </p:nvSpPr>
        <p:spPr>
          <a:xfrm>
            <a:off x="6572250" y="2895600"/>
            <a:ext cx="66675" cy="2514600"/>
          </a:xfrm>
          <a:prstGeom prst="rect">
            <a:avLst/>
          </a:prstGeom>
          <a:solidFill>
            <a:srgbClr val="FFFDF8"/>
          </a:solidFill>
          <a:ln w="0">
            <a:noFill/>
            <a:prstDash val="solid"/>
          </a:ln>
        </p:spPr>
      </p:sp>
      <p:sp>
        <p:nvSpPr>
          <p:cNvPr id="41" name="Rectangle 40">
            <a:extLst>
              <a:ext uri="{FF2B5EF4-FFF2-40B4-BE49-F238E27FC236}">
                <a16:creationId xmlns:a16="http://schemas.microsoft.com/office/drawing/2014/main" id="{B910E6FB-4414-4D42-829D-205C6649F902}"/>
              </a:ext>
            </a:extLst>
          </p:cNvPr>
          <p:cNvSpPr>
            <a:spLocks noGrp="1"/>
          </p:cNvSpPr>
          <p:nvPr/>
        </p:nvSpPr>
        <p:spPr>
          <a:xfrm>
            <a:off x="7467600" y="2895600"/>
            <a:ext cx="66675" cy="2514600"/>
          </a:xfrm>
          <a:prstGeom prst="rect">
            <a:avLst/>
          </a:prstGeom>
          <a:solidFill>
            <a:srgbClr val="FFFDF8"/>
          </a:solidFill>
          <a:ln w="0">
            <a:noFill/>
            <a:prstDash val="solid"/>
          </a:ln>
        </p:spPr>
      </p:sp>
      <p:sp>
        <p:nvSpPr>
          <p:cNvPr id="42" name="Rectangle 41">
            <a:extLst>
              <a:ext uri="{FF2B5EF4-FFF2-40B4-BE49-F238E27FC236}">
                <a16:creationId xmlns:a16="http://schemas.microsoft.com/office/drawing/2014/main" id="{CB1D135A-1C8D-4D2E-A259-51C1FEB2E3ED}"/>
              </a:ext>
            </a:extLst>
          </p:cNvPr>
          <p:cNvSpPr>
            <a:spLocks noGrp="1"/>
          </p:cNvSpPr>
          <p:nvPr/>
        </p:nvSpPr>
        <p:spPr>
          <a:xfrm>
            <a:off x="8362950" y="2895600"/>
            <a:ext cx="66675" cy="2514600"/>
          </a:xfrm>
          <a:prstGeom prst="rect">
            <a:avLst/>
          </a:prstGeom>
          <a:solidFill>
            <a:srgbClr val="FFFDF8"/>
          </a:solidFill>
          <a:ln w="0">
            <a:noFill/>
            <a:prstDash val="solid"/>
          </a:ln>
        </p:spPr>
      </p:sp>
      <p:sp>
        <p:nvSpPr>
          <p:cNvPr id="43" name="Rectangle 42">
            <a:extLst>
              <a:ext uri="{FF2B5EF4-FFF2-40B4-BE49-F238E27FC236}">
                <a16:creationId xmlns:a16="http://schemas.microsoft.com/office/drawing/2014/main" id="{0E9BE26E-45BD-4056-AAF7-933198625446}"/>
              </a:ext>
            </a:extLst>
          </p:cNvPr>
          <p:cNvSpPr>
            <a:spLocks noGrp="1"/>
          </p:cNvSpPr>
          <p:nvPr/>
        </p:nvSpPr>
        <p:spPr>
          <a:xfrm>
            <a:off x="9258300" y="2895600"/>
            <a:ext cx="66675" cy="2514600"/>
          </a:xfrm>
          <a:prstGeom prst="rect">
            <a:avLst/>
          </a:prstGeom>
          <a:solidFill>
            <a:srgbClr val="FFFDF8"/>
          </a:solidFill>
          <a:ln w="0">
            <a:noFill/>
            <a:prstDash val="solid"/>
          </a:ln>
        </p:spPr>
      </p:sp>
      <p:sp>
        <p:nvSpPr>
          <p:cNvPr id="44" name="Rectangle 43">
            <a:extLst>
              <a:ext uri="{FF2B5EF4-FFF2-40B4-BE49-F238E27FC236}">
                <a16:creationId xmlns:a16="http://schemas.microsoft.com/office/drawing/2014/main" id="{77267B82-3812-4B2F-A7DD-2274DF5F7CD8}"/>
              </a:ext>
            </a:extLst>
          </p:cNvPr>
          <p:cNvSpPr>
            <a:spLocks noGrp="1"/>
          </p:cNvSpPr>
          <p:nvPr/>
        </p:nvSpPr>
        <p:spPr>
          <a:xfrm>
            <a:off x="10153650" y="2895600"/>
            <a:ext cx="66675" cy="2514600"/>
          </a:xfrm>
          <a:prstGeom prst="rect">
            <a:avLst/>
          </a:prstGeom>
          <a:solidFill>
            <a:srgbClr val="FFFDF8"/>
          </a:solidFill>
          <a:ln w="0">
            <a:noFill/>
            <a:prstDash val="solid"/>
          </a:ln>
        </p:spPr>
      </p:sp>
      <p:sp>
        <p:nvSpPr>
          <p:cNvPr id="45" name="Rectangle 44">
            <a:extLst>
              <a:ext uri="{FF2B5EF4-FFF2-40B4-BE49-F238E27FC236}">
                <a16:creationId xmlns:a16="http://schemas.microsoft.com/office/drawing/2014/main" id="{E6EE7F2A-CB06-4048-95CE-A8A9ED82DE46}"/>
              </a:ext>
            </a:extLst>
          </p:cNvPr>
          <p:cNvSpPr>
            <a:spLocks noGrp="1"/>
          </p:cNvSpPr>
          <p:nvPr/>
        </p:nvSpPr>
        <p:spPr>
          <a:xfrm>
            <a:off x="10953750" y="2895600"/>
            <a:ext cx="66675" cy="2514600"/>
          </a:xfrm>
          <a:prstGeom prst="rect">
            <a:avLst/>
          </a:prstGeom>
          <a:solidFill>
            <a:srgbClr val="FFFDF8"/>
          </a:solidFill>
          <a:ln w="0">
            <a:noFill/>
            <a:prstDash val="solid"/>
          </a:ln>
        </p:spPr>
      </p:sp>
      <p:sp>
        <p:nvSpPr>
          <p:cNvPr id="46" name="Rectangle 45">
            <a:extLst>
              <a:ext uri="{FF2B5EF4-FFF2-40B4-BE49-F238E27FC236}">
                <a16:creationId xmlns:a16="http://schemas.microsoft.com/office/drawing/2014/main" id="{47615842-998B-4F75-BFB8-41170B533A8B}"/>
              </a:ext>
            </a:extLst>
          </p:cNvPr>
          <p:cNvSpPr>
            <a:spLocks noGrp="1"/>
          </p:cNvSpPr>
          <p:nvPr/>
        </p:nvSpPr>
        <p:spPr>
          <a:xfrm>
            <a:off x="4162425" y="3162300"/>
            <a:ext cx="428625" cy="209550"/>
          </a:xfrm>
          <a:prstGeom prst="rect">
            <a:avLst/>
          </a:prstGeom>
          <a:solidFill>
            <a:srgbClr val="E0E4D9"/>
          </a:solidFill>
          <a:ln w="0">
            <a:noFill/>
            <a:prstDash val="solid"/>
          </a:ln>
        </p:spPr>
      </p:sp>
      <p:sp>
        <p:nvSpPr>
          <p:cNvPr id="47" name="Rectangle 46">
            <a:extLst>
              <a:ext uri="{FF2B5EF4-FFF2-40B4-BE49-F238E27FC236}">
                <a16:creationId xmlns:a16="http://schemas.microsoft.com/office/drawing/2014/main" id="{2F8547D4-057A-42FD-AC5A-3D2C384D6FAD}"/>
              </a:ext>
            </a:extLst>
          </p:cNvPr>
          <p:cNvSpPr>
            <a:spLocks noGrp="1"/>
          </p:cNvSpPr>
          <p:nvPr/>
        </p:nvSpPr>
        <p:spPr>
          <a:xfrm>
            <a:off x="5019675" y="3705225"/>
            <a:ext cx="419100" cy="180975"/>
          </a:xfrm>
          <a:prstGeom prst="rect">
            <a:avLst/>
          </a:prstGeom>
          <a:solidFill>
            <a:srgbClr val="E0E4D9"/>
          </a:solidFill>
          <a:ln w="0">
            <a:noFill/>
            <a:prstDash val="solid"/>
          </a:ln>
        </p:spPr>
      </p:sp>
      <p:sp>
        <p:nvSpPr>
          <p:cNvPr id="48" name="Rectangle 47">
            <a:extLst>
              <a:ext uri="{FF2B5EF4-FFF2-40B4-BE49-F238E27FC236}">
                <a16:creationId xmlns:a16="http://schemas.microsoft.com/office/drawing/2014/main" id="{E7CCA148-BDA6-4E20-9DFE-AAAED4EF2DE1}"/>
              </a:ext>
            </a:extLst>
          </p:cNvPr>
          <p:cNvSpPr>
            <a:spLocks noGrp="1"/>
          </p:cNvSpPr>
          <p:nvPr/>
        </p:nvSpPr>
        <p:spPr>
          <a:xfrm>
            <a:off x="5886450" y="4200525"/>
            <a:ext cx="457200" cy="209550"/>
          </a:xfrm>
          <a:prstGeom prst="rect">
            <a:avLst/>
          </a:prstGeom>
          <a:solidFill>
            <a:srgbClr val="E0E4D9"/>
          </a:solidFill>
          <a:ln w="0">
            <a:noFill/>
            <a:prstDash val="solid"/>
          </a:ln>
        </p:spPr>
      </p:sp>
      <p:sp>
        <p:nvSpPr>
          <p:cNvPr id="49" name="Rectangle 48">
            <a:extLst>
              <a:ext uri="{FF2B5EF4-FFF2-40B4-BE49-F238E27FC236}">
                <a16:creationId xmlns:a16="http://schemas.microsoft.com/office/drawing/2014/main" id="{D497049A-FBAA-4FB4-8FA6-2473D5EB0C17}"/>
              </a:ext>
            </a:extLst>
          </p:cNvPr>
          <p:cNvSpPr>
            <a:spLocks noGrp="1"/>
          </p:cNvSpPr>
          <p:nvPr/>
        </p:nvSpPr>
        <p:spPr>
          <a:xfrm>
            <a:off x="6781800" y="4695825"/>
            <a:ext cx="419100" cy="219075"/>
          </a:xfrm>
          <a:prstGeom prst="rect">
            <a:avLst/>
          </a:prstGeom>
          <a:solidFill>
            <a:srgbClr val="E0E4D9"/>
          </a:solidFill>
          <a:ln w="0">
            <a:noFill/>
            <a:prstDash val="solid"/>
          </a:ln>
        </p:spPr>
      </p:sp>
      <p:sp>
        <p:nvSpPr>
          <p:cNvPr id="50" name="Rectangle 49">
            <a:extLst>
              <a:ext uri="{FF2B5EF4-FFF2-40B4-BE49-F238E27FC236}">
                <a16:creationId xmlns:a16="http://schemas.microsoft.com/office/drawing/2014/main" id="{B1CAABCA-E720-46D2-83C5-F395AB27C7CB}"/>
              </a:ext>
            </a:extLst>
          </p:cNvPr>
          <p:cNvSpPr>
            <a:spLocks noGrp="1"/>
          </p:cNvSpPr>
          <p:nvPr/>
        </p:nvSpPr>
        <p:spPr>
          <a:xfrm>
            <a:off x="7705725" y="3209925"/>
            <a:ext cx="428625" cy="228600"/>
          </a:xfrm>
          <a:prstGeom prst="rect">
            <a:avLst/>
          </a:prstGeom>
          <a:solidFill>
            <a:srgbClr val="E0E4D9"/>
          </a:solidFill>
          <a:ln w="0">
            <a:noFill/>
            <a:prstDash val="solid"/>
          </a:ln>
        </p:spPr>
      </p:sp>
      <p:sp>
        <p:nvSpPr>
          <p:cNvPr id="51" name="Rectangle 50">
            <a:extLst>
              <a:ext uri="{FF2B5EF4-FFF2-40B4-BE49-F238E27FC236}">
                <a16:creationId xmlns:a16="http://schemas.microsoft.com/office/drawing/2014/main" id="{47CD3875-A198-4EF9-B8E5-2833445A5DEF}"/>
              </a:ext>
            </a:extLst>
          </p:cNvPr>
          <p:cNvSpPr>
            <a:spLocks noGrp="1"/>
          </p:cNvSpPr>
          <p:nvPr/>
        </p:nvSpPr>
        <p:spPr>
          <a:xfrm>
            <a:off x="8648700" y="3714750"/>
            <a:ext cx="447675" cy="228600"/>
          </a:xfrm>
          <a:prstGeom prst="rect">
            <a:avLst/>
          </a:prstGeom>
          <a:solidFill>
            <a:srgbClr val="E0E4D9"/>
          </a:solidFill>
          <a:ln w="0">
            <a:noFill/>
            <a:prstDash val="solid"/>
          </a:ln>
        </p:spPr>
      </p:sp>
      <p:sp>
        <p:nvSpPr>
          <p:cNvPr id="52" name="Rectangle 51">
            <a:extLst>
              <a:ext uri="{FF2B5EF4-FFF2-40B4-BE49-F238E27FC236}">
                <a16:creationId xmlns:a16="http://schemas.microsoft.com/office/drawing/2014/main" id="{4004C133-8D3C-4D2D-B5D2-9DC296E30F91}"/>
              </a:ext>
            </a:extLst>
          </p:cNvPr>
          <p:cNvSpPr>
            <a:spLocks noGrp="1"/>
          </p:cNvSpPr>
          <p:nvPr/>
        </p:nvSpPr>
        <p:spPr>
          <a:xfrm>
            <a:off x="9525000" y="4200525"/>
            <a:ext cx="428625" cy="200025"/>
          </a:xfrm>
          <a:prstGeom prst="rect">
            <a:avLst/>
          </a:prstGeom>
          <a:solidFill>
            <a:srgbClr val="E0E4D9"/>
          </a:solidFill>
          <a:ln w="0">
            <a:noFill/>
            <a:prstDash val="solid"/>
          </a:ln>
        </p:spPr>
      </p:sp>
      <p:sp>
        <p:nvSpPr>
          <p:cNvPr id="53" name="Rectangle 52">
            <a:extLst>
              <a:ext uri="{FF2B5EF4-FFF2-40B4-BE49-F238E27FC236}">
                <a16:creationId xmlns:a16="http://schemas.microsoft.com/office/drawing/2014/main" id="{F7B56D86-3490-4DB9-9366-219AC70AC787}"/>
              </a:ext>
            </a:extLst>
          </p:cNvPr>
          <p:cNvSpPr>
            <a:spLocks noGrp="1"/>
          </p:cNvSpPr>
          <p:nvPr/>
        </p:nvSpPr>
        <p:spPr>
          <a:xfrm>
            <a:off x="10420350" y="4695825"/>
            <a:ext cx="400050" cy="228600"/>
          </a:xfrm>
          <a:prstGeom prst="rect">
            <a:avLst/>
          </a:prstGeom>
          <a:solidFill>
            <a:srgbClr val="E0E4D9"/>
          </a:solidFill>
          <a:ln w="0">
            <a:noFill/>
            <a:prstDash val="solid"/>
          </a:ln>
        </p:spPr>
      </p:sp>
      <p:sp>
        <p:nvSpPr>
          <p:cNvPr id="54" name="Rectangle 53">
            <a:extLst>
              <a:ext uri="{FF2B5EF4-FFF2-40B4-BE49-F238E27FC236}">
                <a16:creationId xmlns:a16="http://schemas.microsoft.com/office/drawing/2014/main" id="{8FC66657-CA60-4EB9-8E4E-0B60EFA4A390}"/>
              </a:ext>
            </a:extLst>
          </p:cNvPr>
          <p:cNvSpPr>
            <a:spLocks noGrp="1"/>
          </p:cNvSpPr>
          <p:nvPr/>
        </p:nvSpPr>
        <p:spPr>
          <a:xfrm>
            <a:off x="5124450" y="4457700"/>
            <a:ext cx="47625" cy="476250"/>
          </a:xfrm>
          <a:prstGeom prst="rect">
            <a:avLst/>
          </a:prstGeom>
          <a:solidFill>
            <a:srgbClr val="FFFDF8"/>
          </a:solidFill>
          <a:ln w="0">
            <a:noFill/>
            <a:prstDash val="solid"/>
          </a:ln>
        </p:spPr>
      </p:sp>
      <p:sp>
        <p:nvSpPr>
          <p:cNvPr id="55" name="Rectangle 54">
            <a:extLst>
              <a:ext uri="{FF2B5EF4-FFF2-40B4-BE49-F238E27FC236}">
                <a16:creationId xmlns:a16="http://schemas.microsoft.com/office/drawing/2014/main" id="{73596C36-F2D6-49F6-9FE1-FB9D071FFEDC}"/>
              </a:ext>
            </a:extLst>
          </p:cNvPr>
          <p:cNvSpPr>
            <a:spLocks noGrp="1"/>
          </p:cNvSpPr>
          <p:nvPr/>
        </p:nvSpPr>
        <p:spPr>
          <a:xfrm>
            <a:off x="5124450" y="3981450"/>
            <a:ext cx="1409700" cy="47625"/>
          </a:xfrm>
          <a:prstGeom prst="rect">
            <a:avLst/>
          </a:prstGeom>
          <a:solidFill>
            <a:srgbClr val="FFFDF8"/>
          </a:solidFill>
          <a:ln w="0">
            <a:noFill/>
            <a:prstDash val="solid"/>
          </a:ln>
        </p:spPr>
      </p:sp>
      <p:sp>
        <p:nvSpPr>
          <p:cNvPr id="56" name="Rectangle 55">
            <a:extLst>
              <a:ext uri="{FF2B5EF4-FFF2-40B4-BE49-F238E27FC236}">
                <a16:creationId xmlns:a16="http://schemas.microsoft.com/office/drawing/2014/main" id="{7463F2FC-031E-4C0F-8236-55FF198F2745}"/>
              </a:ext>
            </a:extLst>
          </p:cNvPr>
          <p:cNvSpPr>
            <a:spLocks noGrp="1"/>
          </p:cNvSpPr>
          <p:nvPr/>
        </p:nvSpPr>
        <p:spPr>
          <a:xfrm>
            <a:off x="6486525" y="3495675"/>
            <a:ext cx="47625" cy="533400"/>
          </a:xfrm>
          <a:prstGeom prst="rect">
            <a:avLst/>
          </a:prstGeom>
          <a:solidFill>
            <a:srgbClr val="FFFDF8"/>
          </a:solidFill>
          <a:ln w="0">
            <a:noFill/>
            <a:prstDash val="solid"/>
          </a:ln>
        </p:spPr>
      </p:sp>
      <p:sp>
        <p:nvSpPr>
          <p:cNvPr id="57" name="Rectangle 56">
            <a:extLst>
              <a:ext uri="{FF2B5EF4-FFF2-40B4-BE49-F238E27FC236}">
                <a16:creationId xmlns:a16="http://schemas.microsoft.com/office/drawing/2014/main" id="{74D08F3F-E827-45EB-AB39-F93E8F2BE99E}"/>
              </a:ext>
            </a:extLst>
          </p:cNvPr>
          <p:cNvSpPr>
            <a:spLocks noGrp="1"/>
          </p:cNvSpPr>
          <p:nvPr/>
        </p:nvSpPr>
        <p:spPr>
          <a:xfrm>
            <a:off x="6486525" y="3495675"/>
            <a:ext cx="1400175" cy="47625"/>
          </a:xfrm>
          <a:prstGeom prst="rect">
            <a:avLst/>
          </a:prstGeom>
          <a:solidFill>
            <a:srgbClr val="FFFDF8"/>
          </a:solidFill>
          <a:ln w="0">
            <a:noFill/>
            <a:prstDash val="solid"/>
          </a:ln>
        </p:spPr>
      </p:sp>
      <p:sp>
        <p:nvSpPr>
          <p:cNvPr id="58" name="Rectangle 57">
            <a:extLst>
              <a:ext uri="{FF2B5EF4-FFF2-40B4-BE49-F238E27FC236}">
                <a16:creationId xmlns:a16="http://schemas.microsoft.com/office/drawing/2014/main" id="{8B38F32C-45B3-440D-8B99-DA4565026C24}"/>
              </a:ext>
            </a:extLst>
          </p:cNvPr>
          <p:cNvSpPr>
            <a:spLocks noGrp="1"/>
          </p:cNvSpPr>
          <p:nvPr/>
        </p:nvSpPr>
        <p:spPr>
          <a:xfrm>
            <a:off x="7839075" y="3000375"/>
            <a:ext cx="47625" cy="542925"/>
          </a:xfrm>
          <a:prstGeom prst="rect">
            <a:avLst/>
          </a:prstGeom>
          <a:solidFill>
            <a:srgbClr val="FFFDF8"/>
          </a:solidFill>
          <a:ln w="0">
            <a:noFill/>
            <a:prstDash val="solid"/>
          </a:ln>
        </p:spPr>
      </p:sp>
      <p:sp>
        <p:nvSpPr>
          <p:cNvPr id="59" name="Rectangle 58">
            <a:extLst>
              <a:ext uri="{FF2B5EF4-FFF2-40B4-BE49-F238E27FC236}">
                <a16:creationId xmlns:a16="http://schemas.microsoft.com/office/drawing/2014/main" id="{F78094C5-BBD5-48E6-BA2D-2EA39C583E25}"/>
              </a:ext>
            </a:extLst>
          </p:cNvPr>
          <p:cNvSpPr>
            <a:spLocks noGrp="1"/>
          </p:cNvSpPr>
          <p:nvPr/>
        </p:nvSpPr>
        <p:spPr>
          <a:xfrm>
            <a:off x="7839075" y="3000375"/>
            <a:ext cx="1114425" cy="47625"/>
          </a:xfrm>
          <a:prstGeom prst="rect">
            <a:avLst/>
          </a:prstGeom>
          <a:solidFill>
            <a:srgbClr val="FFFDF8"/>
          </a:solidFill>
          <a:ln w="0">
            <a:noFill/>
            <a:prstDash val="solid"/>
          </a:ln>
        </p:spPr>
      </p:sp>
      <p:sp>
        <p:nvSpPr>
          <p:cNvPr id="60" name="Rectangle 59">
            <a:extLst>
              <a:ext uri="{FF2B5EF4-FFF2-40B4-BE49-F238E27FC236}">
                <a16:creationId xmlns:a16="http://schemas.microsoft.com/office/drawing/2014/main" id="{C6777454-AB07-4FF0-AC66-9519BF4E15F6}"/>
              </a:ext>
            </a:extLst>
          </p:cNvPr>
          <p:cNvSpPr>
            <a:spLocks noGrp="1"/>
          </p:cNvSpPr>
          <p:nvPr/>
        </p:nvSpPr>
        <p:spPr>
          <a:xfrm>
            <a:off x="5124450" y="4457700"/>
            <a:ext cx="47625" cy="476250"/>
          </a:xfrm>
          <a:prstGeom prst="rect">
            <a:avLst/>
          </a:prstGeom>
          <a:solidFill>
            <a:srgbClr val="1D4B3A"/>
          </a:solidFill>
          <a:ln w="0">
            <a:noFill/>
            <a:prstDash val="solid"/>
          </a:ln>
        </p:spPr>
      </p:sp>
      <p:sp>
        <p:nvSpPr>
          <p:cNvPr id="61" name="Rectangle 60">
            <a:extLst>
              <a:ext uri="{FF2B5EF4-FFF2-40B4-BE49-F238E27FC236}">
                <a16:creationId xmlns:a16="http://schemas.microsoft.com/office/drawing/2014/main" id="{21C36317-6FD0-42AF-A765-A0AF6F818EDD}"/>
              </a:ext>
            </a:extLst>
          </p:cNvPr>
          <p:cNvSpPr>
            <a:spLocks noGrp="1"/>
          </p:cNvSpPr>
          <p:nvPr/>
        </p:nvSpPr>
        <p:spPr>
          <a:xfrm>
            <a:off x="5124450" y="3981450"/>
            <a:ext cx="1409700" cy="47625"/>
          </a:xfrm>
          <a:prstGeom prst="rect">
            <a:avLst/>
          </a:prstGeom>
          <a:solidFill>
            <a:srgbClr val="1D4B3A"/>
          </a:solidFill>
          <a:ln w="0">
            <a:noFill/>
            <a:prstDash val="solid"/>
          </a:ln>
        </p:spPr>
      </p:sp>
      <p:sp>
        <p:nvSpPr>
          <p:cNvPr id="62" name="Rectangle 61">
            <a:extLst>
              <a:ext uri="{FF2B5EF4-FFF2-40B4-BE49-F238E27FC236}">
                <a16:creationId xmlns:a16="http://schemas.microsoft.com/office/drawing/2014/main" id="{EB214968-1564-4057-97B3-AB6D4C9202F3}"/>
              </a:ext>
            </a:extLst>
          </p:cNvPr>
          <p:cNvSpPr>
            <a:spLocks noGrp="1"/>
          </p:cNvSpPr>
          <p:nvPr/>
        </p:nvSpPr>
        <p:spPr>
          <a:xfrm>
            <a:off x="6486525" y="3495675"/>
            <a:ext cx="47625" cy="533400"/>
          </a:xfrm>
          <a:prstGeom prst="rect">
            <a:avLst/>
          </a:prstGeom>
          <a:solidFill>
            <a:srgbClr val="1D4B3A"/>
          </a:solidFill>
          <a:ln w="0">
            <a:noFill/>
            <a:prstDash val="solid"/>
          </a:ln>
        </p:spPr>
      </p:sp>
      <p:sp>
        <p:nvSpPr>
          <p:cNvPr id="63" name="Rectangle 62">
            <a:extLst>
              <a:ext uri="{FF2B5EF4-FFF2-40B4-BE49-F238E27FC236}">
                <a16:creationId xmlns:a16="http://schemas.microsoft.com/office/drawing/2014/main" id="{1DD6CA54-7ECB-4CA0-AED7-C204C00BBA03}"/>
              </a:ext>
            </a:extLst>
          </p:cNvPr>
          <p:cNvSpPr>
            <a:spLocks noGrp="1"/>
          </p:cNvSpPr>
          <p:nvPr/>
        </p:nvSpPr>
        <p:spPr>
          <a:xfrm>
            <a:off x="6486525" y="3495675"/>
            <a:ext cx="1400175" cy="47625"/>
          </a:xfrm>
          <a:prstGeom prst="rect">
            <a:avLst/>
          </a:prstGeom>
          <a:solidFill>
            <a:srgbClr val="1D4B3A"/>
          </a:solidFill>
          <a:ln w="0">
            <a:noFill/>
            <a:prstDash val="solid"/>
          </a:ln>
        </p:spPr>
      </p:sp>
      <p:sp>
        <p:nvSpPr>
          <p:cNvPr id="64" name="Rectangle 63">
            <a:extLst>
              <a:ext uri="{FF2B5EF4-FFF2-40B4-BE49-F238E27FC236}">
                <a16:creationId xmlns:a16="http://schemas.microsoft.com/office/drawing/2014/main" id="{0E6E3333-C82F-431D-892D-DFF3A151C58E}"/>
              </a:ext>
            </a:extLst>
          </p:cNvPr>
          <p:cNvSpPr>
            <a:spLocks noGrp="1"/>
          </p:cNvSpPr>
          <p:nvPr/>
        </p:nvSpPr>
        <p:spPr>
          <a:xfrm>
            <a:off x="7839075" y="3000375"/>
            <a:ext cx="47625" cy="542925"/>
          </a:xfrm>
          <a:prstGeom prst="rect">
            <a:avLst/>
          </a:prstGeom>
          <a:solidFill>
            <a:srgbClr val="1D4B3A"/>
          </a:solidFill>
          <a:ln w="0">
            <a:noFill/>
            <a:prstDash val="solid"/>
          </a:ln>
        </p:spPr>
      </p:sp>
      <p:sp>
        <p:nvSpPr>
          <p:cNvPr id="65" name="Rectangle 64">
            <a:extLst>
              <a:ext uri="{FF2B5EF4-FFF2-40B4-BE49-F238E27FC236}">
                <a16:creationId xmlns:a16="http://schemas.microsoft.com/office/drawing/2014/main" id="{A8E5D4F8-8FDD-441B-99D0-242398F6234B}"/>
              </a:ext>
            </a:extLst>
          </p:cNvPr>
          <p:cNvSpPr>
            <a:spLocks noGrp="1"/>
          </p:cNvSpPr>
          <p:nvPr/>
        </p:nvSpPr>
        <p:spPr>
          <a:xfrm>
            <a:off x="7839075" y="3000375"/>
            <a:ext cx="1114425" cy="47625"/>
          </a:xfrm>
          <a:prstGeom prst="rect">
            <a:avLst/>
          </a:prstGeom>
          <a:solidFill>
            <a:srgbClr val="1D4B3A"/>
          </a:solidFill>
          <a:ln w="0">
            <a:noFill/>
            <a:prstDash val="solid"/>
          </a:ln>
        </p:spPr>
      </p:sp>
      <p:sp>
        <p:nvSpPr>
          <p:cNvPr id="66" name="Oval 65">
            <a:extLst>
              <a:ext uri="{FF2B5EF4-FFF2-40B4-BE49-F238E27FC236}">
                <a16:creationId xmlns:a16="http://schemas.microsoft.com/office/drawing/2014/main" id="{026C092B-57C7-4722-85A7-6900744026B5}"/>
              </a:ext>
            </a:extLst>
          </p:cNvPr>
          <p:cNvSpPr>
            <a:spLocks noGrp="1"/>
          </p:cNvSpPr>
          <p:nvPr/>
        </p:nvSpPr>
        <p:spPr>
          <a:xfrm>
            <a:off x="5048250" y="4457700"/>
            <a:ext cx="209550" cy="209550"/>
          </a:xfrm>
          <a:prstGeom prst="ellipse">
            <a:avLst/>
          </a:prstGeom>
          <a:solidFill>
            <a:srgbClr val="FFFDF8"/>
          </a:solidFill>
          <a:ln w="38100">
            <a:solidFill>
              <a:srgbClr val="1D4B3A"/>
            </a:solidFill>
            <a:prstDash val="solid"/>
          </a:ln>
        </p:spPr>
      </p:sp>
      <p:sp>
        <p:nvSpPr>
          <p:cNvPr id="67" name="Oval 66">
            <a:extLst>
              <a:ext uri="{FF2B5EF4-FFF2-40B4-BE49-F238E27FC236}">
                <a16:creationId xmlns:a16="http://schemas.microsoft.com/office/drawing/2014/main" id="{F985E524-2AF0-480B-B3A6-25CCC37E7352}"/>
              </a:ext>
            </a:extLst>
          </p:cNvPr>
          <p:cNvSpPr>
            <a:spLocks noGrp="1"/>
          </p:cNvSpPr>
          <p:nvPr/>
        </p:nvSpPr>
        <p:spPr>
          <a:xfrm>
            <a:off x="5114925" y="4524375"/>
            <a:ext cx="76200" cy="76200"/>
          </a:xfrm>
          <a:prstGeom prst="ellipse">
            <a:avLst/>
          </a:prstGeom>
          <a:solidFill>
            <a:srgbClr val="1D4B3A"/>
          </a:solidFill>
          <a:ln w="0">
            <a:noFill/>
            <a:prstDash val="solid"/>
          </a:ln>
        </p:spPr>
      </p:sp>
      <p:sp>
        <p:nvSpPr>
          <p:cNvPr id="68" name="Rectangle 67">
            <a:extLst>
              <a:ext uri="{FF2B5EF4-FFF2-40B4-BE49-F238E27FC236}">
                <a16:creationId xmlns:a16="http://schemas.microsoft.com/office/drawing/2014/main" id="{2269456E-65B4-45D5-BC66-B7B5C2C96E12}"/>
              </a:ext>
            </a:extLst>
          </p:cNvPr>
          <p:cNvSpPr>
            <a:spLocks noGrp="1"/>
          </p:cNvSpPr>
          <p:nvPr/>
        </p:nvSpPr>
        <p:spPr>
          <a:xfrm>
            <a:off x="5286375" y="4505325"/>
            <a:ext cx="381000" cy="152400"/>
          </a:xfrm>
          <a:prstGeom prst="rect">
            <a:avLst/>
          </a:prstGeom>
          <a:noFill/>
          <a:ln w="0">
            <a:noFill/>
            <a:prstDash val="solid"/>
          </a:ln>
        </p:spPr>
        <p:txBody>
          <a:bodyPr wrap="square" lIns="0" tIns="0" rIns="0" bIns="0" anchor="t">
            <a:noAutofit/>
          </a:bodyPr>
          <a:lstStyle>
            <a:defPPr algn="l">
              <a:defRPr sz="825" b="1" i="0">
                <a:solidFill>
                  <a:srgbClr val="1D4B3A"/>
                </a:solidFill>
                <a:latin typeface="Arial"/>
                <a:ea typeface="Arial"/>
                <a:cs typeface="Arial"/>
              </a:defRPr>
            </a:defPPr>
            <a:lvl1pPr algn="l">
              <a:defRPr sz="825" b="1" i="0">
                <a:solidFill>
                  <a:srgbClr val="1D4B3A"/>
                </a:solidFill>
                <a:latin typeface="Arial"/>
                <a:ea typeface="Arial"/>
                <a:cs typeface="Arial"/>
              </a:defRPr>
            </a:lvl1pPr>
            <a:lvl2pPr algn="l">
              <a:defRPr sz="825" b="1" i="0">
                <a:solidFill>
                  <a:srgbClr val="1D4B3A"/>
                </a:solidFill>
                <a:latin typeface="Arial"/>
                <a:ea typeface="Arial"/>
                <a:cs typeface="Arial"/>
              </a:defRPr>
            </a:lvl2pPr>
            <a:lvl3pPr algn="l">
              <a:defRPr sz="825" b="1" i="0">
                <a:solidFill>
                  <a:srgbClr val="1D4B3A"/>
                </a:solidFill>
                <a:latin typeface="Arial"/>
                <a:ea typeface="Arial"/>
                <a:cs typeface="Arial"/>
              </a:defRPr>
            </a:lvl3pPr>
            <a:lvl4pPr algn="l">
              <a:defRPr sz="825" b="1" i="0">
                <a:solidFill>
                  <a:srgbClr val="1D4B3A"/>
                </a:solidFill>
                <a:latin typeface="Arial"/>
                <a:ea typeface="Arial"/>
                <a:cs typeface="Arial"/>
              </a:defRPr>
            </a:lvl4pPr>
            <a:lvl5pPr algn="l">
              <a:defRPr sz="825" b="1" i="0">
                <a:solidFill>
                  <a:srgbClr val="1D4B3A"/>
                </a:solidFill>
                <a:latin typeface="Arial"/>
                <a:ea typeface="Arial"/>
                <a:cs typeface="Arial"/>
              </a:defRPr>
            </a:lvl5pPr>
            <a:lvl6pPr algn="l">
              <a:defRPr sz="825" b="1" i="0">
                <a:solidFill>
                  <a:srgbClr val="1D4B3A"/>
                </a:solidFill>
                <a:latin typeface="Arial"/>
                <a:ea typeface="Arial"/>
                <a:cs typeface="Arial"/>
              </a:defRPr>
            </a:lvl6pPr>
            <a:lvl7pPr algn="l">
              <a:defRPr sz="825" b="1" i="0">
                <a:solidFill>
                  <a:srgbClr val="1D4B3A"/>
                </a:solidFill>
                <a:latin typeface="Arial"/>
                <a:ea typeface="Arial"/>
                <a:cs typeface="Arial"/>
              </a:defRPr>
            </a:lvl7pPr>
            <a:lvl8pPr algn="l">
              <a:defRPr sz="825" b="1" i="0">
                <a:solidFill>
                  <a:srgbClr val="1D4B3A"/>
                </a:solidFill>
                <a:latin typeface="Arial"/>
                <a:ea typeface="Arial"/>
                <a:cs typeface="Arial"/>
              </a:defRPr>
            </a:lvl8pPr>
            <a:lvl9pPr algn="l">
              <a:defRPr sz="825" b="1" i="0">
                <a:solidFill>
                  <a:srgbClr val="1D4B3A"/>
                </a:solidFill>
                <a:latin typeface="Arial"/>
                <a:ea typeface="Arial"/>
                <a:cs typeface="Arial"/>
              </a:defRPr>
            </a:lvl9pPr>
          </a:lstStyle>
          <a:p>
            <a:pPr algn="l">
              <a:defRPr sz="825" b="1" i="0">
                <a:solidFill>
                  <a:srgbClr val="1D4B3A"/>
                </a:solidFill>
                <a:latin typeface="Arial"/>
                <a:ea typeface="Arial"/>
                <a:cs typeface="Arial"/>
              </a:defRPr>
            </a:pPr>
            <a:r>
              <a:rPr sz="825" b="1" i="0">
                <a:solidFill>
                  <a:srgbClr val="1D4B3A"/>
                </a:solidFill>
                <a:latin typeface="Arial"/>
                <a:ea typeface="Arial"/>
                <a:cs typeface="Arial"/>
              </a:rPr>
              <a:t>YOU</a:t>
            </a:r>
          </a:p>
        </p:txBody>
      </p:sp>
      <p:sp>
        <p:nvSpPr>
          <p:cNvPr id="69" name="Oval 68">
            <a:extLst>
              <a:ext uri="{FF2B5EF4-FFF2-40B4-BE49-F238E27FC236}">
                <a16:creationId xmlns:a16="http://schemas.microsoft.com/office/drawing/2014/main" id="{F525A6D7-F7B2-4ED8-B67B-347EE89BA49D}"/>
              </a:ext>
            </a:extLst>
          </p:cNvPr>
          <p:cNvSpPr>
            <a:spLocks noGrp="1"/>
          </p:cNvSpPr>
          <p:nvPr/>
        </p:nvSpPr>
        <p:spPr>
          <a:xfrm>
            <a:off x="4310063" y="3386138"/>
            <a:ext cx="238125" cy="238125"/>
          </a:xfrm>
          <a:prstGeom prst="ellipse">
            <a:avLst/>
          </a:prstGeom>
          <a:solidFill>
            <a:srgbClr val="1D4B3A"/>
          </a:solidFill>
          <a:ln w="38100">
            <a:solidFill>
              <a:srgbClr val="1D4B3A"/>
            </a:solidFill>
            <a:prstDash val="solid"/>
          </a:ln>
        </p:spPr>
      </p:sp>
      <p:sp>
        <p:nvSpPr>
          <p:cNvPr id="70" name="Oval 69">
            <a:extLst>
              <a:ext uri="{FF2B5EF4-FFF2-40B4-BE49-F238E27FC236}">
                <a16:creationId xmlns:a16="http://schemas.microsoft.com/office/drawing/2014/main" id="{FEE6E189-29C9-453F-B8EB-EBD1CE7786D3}"/>
              </a:ext>
            </a:extLst>
          </p:cNvPr>
          <p:cNvSpPr>
            <a:spLocks noGrp="1"/>
          </p:cNvSpPr>
          <p:nvPr/>
        </p:nvSpPr>
        <p:spPr>
          <a:xfrm>
            <a:off x="5948363" y="3071813"/>
            <a:ext cx="238125" cy="238125"/>
          </a:xfrm>
          <a:prstGeom prst="ellipse">
            <a:avLst/>
          </a:prstGeom>
          <a:solidFill>
            <a:srgbClr val="D4AD78"/>
          </a:solidFill>
          <a:ln w="38100">
            <a:solidFill>
              <a:srgbClr val="D4AD78"/>
            </a:solidFill>
            <a:prstDash val="solid"/>
          </a:ln>
        </p:spPr>
      </p:sp>
      <p:sp>
        <p:nvSpPr>
          <p:cNvPr id="71" name="Oval 70">
            <a:extLst>
              <a:ext uri="{FF2B5EF4-FFF2-40B4-BE49-F238E27FC236}">
                <a16:creationId xmlns:a16="http://schemas.microsoft.com/office/drawing/2014/main" id="{96A5268A-6749-4BAE-B0DD-75A32D6C9E6D}"/>
              </a:ext>
            </a:extLst>
          </p:cNvPr>
          <p:cNvSpPr>
            <a:spLocks noGrp="1"/>
          </p:cNvSpPr>
          <p:nvPr/>
        </p:nvSpPr>
        <p:spPr>
          <a:xfrm>
            <a:off x="6910388" y="4291013"/>
            <a:ext cx="238125" cy="238125"/>
          </a:xfrm>
          <a:prstGeom prst="ellipse">
            <a:avLst/>
          </a:prstGeom>
          <a:solidFill>
            <a:srgbClr val="9FB5A7"/>
          </a:solidFill>
          <a:ln w="38100">
            <a:solidFill>
              <a:srgbClr val="C48772"/>
            </a:solidFill>
            <a:prstDash val="solid"/>
          </a:ln>
        </p:spPr>
      </p:sp>
      <p:sp>
        <p:nvSpPr>
          <p:cNvPr id="72" name="Oval 71">
            <a:extLst>
              <a:ext uri="{FF2B5EF4-FFF2-40B4-BE49-F238E27FC236}">
                <a16:creationId xmlns:a16="http://schemas.microsoft.com/office/drawing/2014/main" id="{7D454589-9596-48B5-86DD-6235AD2690D7}"/>
              </a:ext>
            </a:extLst>
          </p:cNvPr>
          <p:cNvSpPr>
            <a:spLocks noGrp="1"/>
          </p:cNvSpPr>
          <p:nvPr/>
        </p:nvSpPr>
        <p:spPr>
          <a:xfrm>
            <a:off x="8834438" y="2881313"/>
            <a:ext cx="238125" cy="238125"/>
          </a:xfrm>
          <a:prstGeom prst="ellipse">
            <a:avLst/>
          </a:prstGeom>
          <a:solidFill>
            <a:srgbClr val="D4AD78"/>
          </a:solidFill>
          <a:ln w="38100">
            <a:solidFill>
              <a:srgbClr val="1D4B3A"/>
            </a:solidFill>
            <a:prstDash val="solid"/>
          </a:ln>
        </p:spPr>
      </p:sp>
      <p:sp>
        <p:nvSpPr>
          <p:cNvPr id="73" name="Oval 72">
            <a:extLst>
              <a:ext uri="{FF2B5EF4-FFF2-40B4-BE49-F238E27FC236}">
                <a16:creationId xmlns:a16="http://schemas.microsoft.com/office/drawing/2014/main" id="{5AB423A0-4F18-483C-80FD-35B4FD927A8C}"/>
              </a:ext>
            </a:extLst>
          </p:cNvPr>
          <p:cNvSpPr>
            <a:spLocks noGrp="1"/>
          </p:cNvSpPr>
          <p:nvPr/>
        </p:nvSpPr>
        <p:spPr>
          <a:xfrm>
            <a:off x="9853613" y="3595688"/>
            <a:ext cx="238125" cy="238125"/>
          </a:xfrm>
          <a:prstGeom prst="ellipse">
            <a:avLst/>
          </a:prstGeom>
          <a:solidFill>
            <a:srgbClr val="1D4B3A"/>
          </a:solidFill>
          <a:ln w="38100">
            <a:solidFill>
              <a:srgbClr val="D4AD78"/>
            </a:solidFill>
            <a:prstDash val="solid"/>
          </a:ln>
        </p:spPr>
      </p:sp>
      <p:sp>
        <p:nvSpPr>
          <p:cNvPr id="74" name="Oval 73">
            <a:extLst>
              <a:ext uri="{FF2B5EF4-FFF2-40B4-BE49-F238E27FC236}">
                <a16:creationId xmlns:a16="http://schemas.microsoft.com/office/drawing/2014/main" id="{1B8886F0-6012-425C-8ED1-394643866C95}"/>
              </a:ext>
            </a:extLst>
          </p:cNvPr>
          <p:cNvSpPr>
            <a:spLocks noGrp="1"/>
          </p:cNvSpPr>
          <p:nvPr/>
        </p:nvSpPr>
        <p:spPr>
          <a:xfrm>
            <a:off x="10529888" y="4929188"/>
            <a:ext cx="238125" cy="238125"/>
          </a:xfrm>
          <a:prstGeom prst="ellipse">
            <a:avLst/>
          </a:prstGeom>
          <a:solidFill>
            <a:srgbClr val="9FB5A7"/>
          </a:solidFill>
          <a:ln w="38100">
            <a:solidFill>
              <a:srgbClr val="1D4B3A"/>
            </a:solidFill>
            <a:prstDash val="solid"/>
          </a:ln>
        </p:spPr>
      </p:sp>
      <p:sp>
        <p:nvSpPr>
          <p:cNvPr id="75" name="Rectangle 74">
            <a:extLst>
              <a:ext uri="{FF2B5EF4-FFF2-40B4-BE49-F238E27FC236}">
                <a16:creationId xmlns:a16="http://schemas.microsoft.com/office/drawing/2014/main" id="{12AECE9C-65C8-4FBD-B359-E40B1E4EB239}"/>
              </a:ext>
            </a:extLst>
          </p:cNvPr>
          <p:cNvSpPr>
            <a:spLocks noGrp="1"/>
          </p:cNvSpPr>
          <p:nvPr/>
        </p:nvSpPr>
        <p:spPr>
          <a:xfrm>
            <a:off x="8591550" y="5095875"/>
            <a:ext cx="2457450" cy="323850"/>
          </a:xfrm>
          <a:prstGeom prst="rect">
            <a:avLst/>
          </a:prstGeom>
          <a:solidFill>
            <a:srgbClr val="FFFDF8"/>
          </a:solidFill>
          <a:ln w="9525">
            <a:solidFill>
              <a:srgbClr val="DDDED3"/>
            </a:solidFill>
            <a:prstDash val="solid"/>
          </a:ln>
        </p:spPr>
      </p:sp>
      <p:sp>
        <p:nvSpPr>
          <p:cNvPr id="76" name="Rectangle 75">
            <a:extLst>
              <a:ext uri="{FF2B5EF4-FFF2-40B4-BE49-F238E27FC236}">
                <a16:creationId xmlns:a16="http://schemas.microsoft.com/office/drawing/2014/main" id="{A64DDB6E-59F1-49CF-8F21-BB6F6E00A795}"/>
              </a:ext>
            </a:extLst>
          </p:cNvPr>
          <p:cNvSpPr>
            <a:spLocks noGrp="1"/>
          </p:cNvSpPr>
          <p:nvPr/>
        </p:nvSpPr>
        <p:spPr>
          <a:xfrm>
            <a:off x="8705850" y="5191125"/>
            <a:ext cx="2238375" cy="171450"/>
          </a:xfrm>
          <a:prstGeom prst="rect">
            <a:avLst/>
          </a:prstGeom>
          <a:noFill/>
          <a:ln w="0">
            <a:noFill/>
            <a:prstDash val="solid"/>
          </a:ln>
        </p:spPr>
        <p:txBody>
          <a:bodyPr wrap="square" lIns="0" tIns="0" rIns="0" bIns="0" anchor="t">
            <a:noAutofit/>
          </a:bodyPr>
          <a:lstStyle>
            <a:defPPr algn="ctr">
              <a:defRPr sz="975" b="0" i="0">
                <a:solidFill>
                  <a:srgbClr val="4E5B53"/>
                </a:solidFill>
                <a:latin typeface="Arial"/>
                <a:ea typeface="Arial"/>
                <a:cs typeface="Arial"/>
              </a:defRPr>
            </a:defPPr>
            <a:lvl1pPr algn="ctr">
              <a:defRPr sz="975" b="0" i="0">
                <a:solidFill>
                  <a:srgbClr val="4E5B53"/>
                </a:solidFill>
                <a:latin typeface="Arial"/>
                <a:ea typeface="Arial"/>
                <a:cs typeface="Arial"/>
              </a:defRPr>
            </a:lvl1pPr>
            <a:lvl2pPr algn="ctr">
              <a:defRPr sz="975" b="0" i="0">
                <a:solidFill>
                  <a:srgbClr val="4E5B53"/>
                </a:solidFill>
                <a:latin typeface="Arial"/>
                <a:ea typeface="Arial"/>
                <a:cs typeface="Arial"/>
              </a:defRPr>
            </a:lvl2pPr>
            <a:lvl3pPr algn="ctr">
              <a:defRPr sz="975" b="0" i="0">
                <a:solidFill>
                  <a:srgbClr val="4E5B53"/>
                </a:solidFill>
                <a:latin typeface="Arial"/>
                <a:ea typeface="Arial"/>
                <a:cs typeface="Arial"/>
              </a:defRPr>
            </a:lvl3pPr>
            <a:lvl4pPr algn="ctr">
              <a:defRPr sz="975" b="0" i="0">
                <a:solidFill>
                  <a:srgbClr val="4E5B53"/>
                </a:solidFill>
                <a:latin typeface="Arial"/>
                <a:ea typeface="Arial"/>
                <a:cs typeface="Arial"/>
              </a:defRPr>
            </a:lvl4pPr>
            <a:lvl5pPr algn="ctr">
              <a:defRPr sz="975" b="0" i="0">
                <a:solidFill>
                  <a:srgbClr val="4E5B53"/>
                </a:solidFill>
                <a:latin typeface="Arial"/>
                <a:ea typeface="Arial"/>
                <a:cs typeface="Arial"/>
              </a:defRPr>
            </a:lvl5pPr>
            <a:lvl6pPr algn="ctr">
              <a:defRPr sz="975" b="0" i="0">
                <a:solidFill>
                  <a:srgbClr val="4E5B53"/>
                </a:solidFill>
                <a:latin typeface="Arial"/>
                <a:ea typeface="Arial"/>
                <a:cs typeface="Arial"/>
              </a:defRPr>
            </a:lvl6pPr>
            <a:lvl7pPr algn="ctr">
              <a:defRPr sz="975" b="0" i="0">
                <a:solidFill>
                  <a:srgbClr val="4E5B53"/>
                </a:solidFill>
                <a:latin typeface="Arial"/>
                <a:ea typeface="Arial"/>
                <a:cs typeface="Arial"/>
              </a:defRPr>
            </a:lvl7pPr>
            <a:lvl8pPr algn="ctr">
              <a:defRPr sz="975" b="0" i="0">
                <a:solidFill>
                  <a:srgbClr val="4E5B53"/>
                </a:solidFill>
                <a:latin typeface="Arial"/>
                <a:ea typeface="Arial"/>
                <a:cs typeface="Arial"/>
              </a:defRPr>
            </a:lvl8pPr>
            <a:lvl9pPr algn="ctr">
              <a:defRPr sz="975" b="0" i="0">
                <a:solidFill>
                  <a:srgbClr val="4E5B53"/>
                </a:solidFill>
                <a:latin typeface="Arial"/>
                <a:ea typeface="Arial"/>
                <a:cs typeface="Arial"/>
              </a:defRPr>
            </a:lvl9pPr>
          </a:lstStyle>
          <a:p>
            <a:pPr algn="ctr">
              <a:defRPr sz="975" b="0" i="0">
                <a:solidFill>
                  <a:srgbClr val="4E5B53"/>
                </a:solidFill>
                <a:latin typeface="Arial"/>
                <a:ea typeface="Arial"/>
                <a:cs typeface="Arial"/>
              </a:defRPr>
            </a:pPr>
            <a:r>
              <a:rPr sz="975" b="0" i="0">
                <a:solidFill>
                  <a:srgbClr val="4E5B53"/>
                </a:solidFill>
                <a:latin typeface="Arial"/>
                <a:ea typeface="Arial"/>
                <a:cs typeface="Arial"/>
              </a:rPr>
              <a:t>Type = marker colour   ·   Fill = ring</a:t>
            </a:r>
          </a:p>
        </p:txBody>
      </p:sp>
      <p:sp>
        <p:nvSpPr>
          <p:cNvPr id="77" name="Rectangle 76">
            <a:extLst>
              <a:ext uri="{FF2B5EF4-FFF2-40B4-BE49-F238E27FC236}">
                <a16:creationId xmlns:a16="http://schemas.microsoft.com/office/drawing/2014/main" id="{B7A0784D-6A26-4CC9-9011-F564F2E9DA6D}"/>
              </a:ext>
            </a:extLst>
          </p:cNvPr>
          <p:cNvSpPr>
            <a:spLocks noGrp="1"/>
          </p:cNvSpPr>
          <p:nvPr/>
        </p:nvSpPr>
        <p:spPr>
          <a:xfrm>
            <a:off x="781050" y="5915025"/>
            <a:ext cx="9620250" cy="266700"/>
          </a:xfrm>
          <a:prstGeom prst="rect">
            <a:avLst/>
          </a:prstGeom>
          <a:noFill/>
          <a:ln w="0">
            <a:noFill/>
            <a:prstDash val="solid"/>
          </a:ln>
        </p:spPr>
        <p:txBody>
          <a:bodyPr wrap="square" lIns="0" tIns="0" rIns="0" bIns="0" anchor="t">
            <a:noAutofit/>
          </a:bodyPr>
          <a:lstStyle>
            <a:defPPr algn="l">
              <a:defRPr sz="1275" b="0" i="0">
                <a:solidFill>
                  <a:srgbClr val="4E5B53"/>
                </a:solidFill>
                <a:latin typeface="Arial"/>
                <a:ea typeface="Arial"/>
                <a:cs typeface="Arial"/>
              </a:defRPr>
            </a:defPPr>
            <a:lvl1pPr algn="l">
              <a:defRPr sz="1275" b="0" i="0">
                <a:solidFill>
                  <a:srgbClr val="4E5B53"/>
                </a:solidFill>
                <a:latin typeface="Arial"/>
                <a:ea typeface="Arial"/>
                <a:cs typeface="Arial"/>
              </a:defRPr>
            </a:lvl1pPr>
            <a:lvl2pPr algn="l">
              <a:defRPr sz="1275" b="0" i="0">
                <a:solidFill>
                  <a:srgbClr val="4E5B53"/>
                </a:solidFill>
                <a:latin typeface="Arial"/>
                <a:ea typeface="Arial"/>
                <a:cs typeface="Arial"/>
              </a:defRPr>
            </a:lvl2pPr>
            <a:lvl3pPr algn="l">
              <a:defRPr sz="1275" b="0" i="0">
                <a:solidFill>
                  <a:srgbClr val="4E5B53"/>
                </a:solidFill>
                <a:latin typeface="Arial"/>
                <a:ea typeface="Arial"/>
                <a:cs typeface="Arial"/>
              </a:defRPr>
            </a:lvl3pPr>
            <a:lvl4pPr algn="l">
              <a:defRPr sz="1275" b="0" i="0">
                <a:solidFill>
                  <a:srgbClr val="4E5B53"/>
                </a:solidFill>
                <a:latin typeface="Arial"/>
                <a:ea typeface="Arial"/>
                <a:cs typeface="Arial"/>
              </a:defRPr>
            </a:lvl4pPr>
            <a:lvl5pPr algn="l">
              <a:defRPr sz="1275" b="0" i="0">
                <a:solidFill>
                  <a:srgbClr val="4E5B53"/>
                </a:solidFill>
                <a:latin typeface="Arial"/>
                <a:ea typeface="Arial"/>
                <a:cs typeface="Arial"/>
              </a:defRPr>
            </a:lvl5pPr>
            <a:lvl6pPr algn="l">
              <a:defRPr sz="1275" b="0" i="0">
                <a:solidFill>
                  <a:srgbClr val="4E5B53"/>
                </a:solidFill>
                <a:latin typeface="Arial"/>
                <a:ea typeface="Arial"/>
                <a:cs typeface="Arial"/>
              </a:defRPr>
            </a:lvl6pPr>
            <a:lvl7pPr algn="l">
              <a:defRPr sz="1275" b="0" i="0">
                <a:solidFill>
                  <a:srgbClr val="4E5B53"/>
                </a:solidFill>
                <a:latin typeface="Arial"/>
                <a:ea typeface="Arial"/>
                <a:cs typeface="Arial"/>
              </a:defRPr>
            </a:lvl7pPr>
            <a:lvl8pPr algn="l">
              <a:defRPr sz="1275" b="0" i="0">
                <a:solidFill>
                  <a:srgbClr val="4E5B53"/>
                </a:solidFill>
                <a:latin typeface="Arial"/>
                <a:ea typeface="Arial"/>
                <a:cs typeface="Arial"/>
              </a:defRPr>
            </a:lvl8pPr>
            <a:lvl9pPr algn="l">
              <a:defRPr sz="1275" b="0" i="0">
                <a:solidFill>
                  <a:srgbClr val="4E5B53"/>
                </a:solidFill>
                <a:latin typeface="Arial"/>
                <a:ea typeface="Arial"/>
                <a:cs typeface="Arial"/>
              </a:defRPr>
            </a:lvl9pPr>
          </a:lstStyle>
          <a:p>
            <a:pPr algn="l">
              <a:defRPr sz="1275" b="0" i="0">
                <a:solidFill>
                  <a:srgbClr val="4E5B53"/>
                </a:solidFill>
                <a:latin typeface="Arial"/>
                <a:ea typeface="Arial"/>
                <a:cs typeface="Arial"/>
              </a:defRPr>
            </a:pPr>
            <a:r>
              <a:rPr sz="1275" b="0" i="0">
                <a:solidFill>
                  <a:srgbClr val="4E5B53"/>
                </a:solidFill>
                <a:latin typeface="Arial"/>
                <a:ea typeface="Arial"/>
                <a:cs typeface="Arial"/>
              </a:rPr>
              <a:t>Schematic screen based on the supplied prototype. Verified locations and live fullness data are not populated yet.</a:t>
            </a:r>
          </a:p>
        </p:txBody>
      </p:sp>
    </p:spTree>
    <p:extLst>
      <p:ext uri="{BB962C8B-B14F-4D97-AF65-F5344CB8AC3E}">
        <p14:creationId xmlns:p14="http://schemas.microsoft.com/office/powerpoint/2010/main" val="1479679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4EC"/>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BDB330C5-1065-4385-9BB8-C7F0C801D2E6}"/>
              </a:ext>
            </a:extLst>
          </p:cNvPr>
          <p:cNvSpPr>
            <a:spLocks noGrp="1"/>
          </p:cNvSpPr>
          <p:nvPr/>
        </p:nvSpPr>
        <p:spPr>
          <a:xfrm>
            <a:off x="723900" y="590550"/>
            <a:ext cx="10744200" cy="590550"/>
          </a:xfrm>
          <a:prstGeom prst="rect">
            <a:avLst/>
          </a:prstGeom>
          <a:noFill/>
          <a:ln w="0">
            <a:noFill/>
            <a:prstDash val="solid"/>
          </a:ln>
        </p:spPr>
        <p:txBody>
          <a:bodyPr wrap="square" lIns="0" tIns="0" rIns="0" bIns="0" anchor="t">
            <a:noAutofit/>
          </a:bodyPr>
          <a:lstStyle>
            <a:defPPr algn="l">
              <a:defRPr sz="3450" b="1" i="0">
                <a:solidFill>
                  <a:srgbClr val="17231D"/>
                </a:solidFill>
                <a:latin typeface="Arial"/>
                <a:ea typeface="Arial"/>
                <a:cs typeface="Arial"/>
              </a:defRPr>
            </a:defPPr>
            <a:lvl1pPr algn="l">
              <a:defRPr sz="3450" b="1" i="0">
                <a:solidFill>
                  <a:srgbClr val="17231D"/>
                </a:solidFill>
                <a:latin typeface="Arial"/>
                <a:ea typeface="Arial"/>
                <a:cs typeface="Arial"/>
              </a:defRPr>
            </a:lvl1pPr>
            <a:lvl2pPr algn="l">
              <a:defRPr sz="3450" b="1" i="0">
                <a:solidFill>
                  <a:srgbClr val="17231D"/>
                </a:solidFill>
                <a:latin typeface="Arial"/>
                <a:ea typeface="Arial"/>
                <a:cs typeface="Arial"/>
              </a:defRPr>
            </a:lvl2pPr>
            <a:lvl3pPr algn="l">
              <a:defRPr sz="3450" b="1" i="0">
                <a:solidFill>
                  <a:srgbClr val="17231D"/>
                </a:solidFill>
                <a:latin typeface="Arial"/>
                <a:ea typeface="Arial"/>
                <a:cs typeface="Arial"/>
              </a:defRPr>
            </a:lvl3pPr>
            <a:lvl4pPr algn="l">
              <a:defRPr sz="3450" b="1" i="0">
                <a:solidFill>
                  <a:srgbClr val="17231D"/>
                </a:solidFill>
                <a:latin typeface="Arial"/>
                <a:ea typeface="Arial"/>
                <a:cs typeface="Arial"/>
              </a:defRPr>
            </a:lvl4pPr>
            <a:lvl5pPr algn="l">
              <a:defRPr sz="3450" b="1" i="0">
                <a:solidFill>
                  <a:srgbClr val="17231D"/>
                </a:solidFill>
                <a:latin typeface="Arial"/>
                <a:ea typeface="Arial"/>
                <a:cs typeface="Arial"/>
              </a:defRPr>
            </a:lvl5pPr>
            <a:lvl6pPr algn="l">
              <a:defRPr sz="3450" b="1" i="0">
                <a:solidFill>
                  <a:srgbClr val="17231D"/>
                </a:solidFill>
                <a:latin typeface="Arial"/>
                <a:ea typeface="Arial"/>
                <a:cs typeface="Arial"/>
              </a:defRPr>
            </a:lvl6pPr>
            <a:lvl7pPr algn="l">
              <a:defRPr sz="3450" b="1" i="0">
                <a:solidFill>
                  <a:srgbClr val="17231D"/>
                </a:solidFill>
                <a:latin typeface="Arial"/>
                <a:ea typeface="Arial"/>
                <a:cs typeface="Arial"/>
              </a:defRPr>
            </a:lvl7pPr>
            <a:lvl8pPr algn="l">
              <a:defRPr sz="3450" b="1" i="0">
                <a:solidFill>
                  <a:srgbClr val="17231D"/>
                </a:solidFill>
                <a:latin typeface="Arial"/>
                <a:ea typeface="Arial"/>
                <a:cs typeface="Arial"/>
              </a:defRPr>
            </a:lvl8pPr>
            <a:lvl9pPr algn="l">
              <a:defRPr sz="3450" b="1" i="0">
                <a:solidFill>
                  <a:srgbClr val="17231D"/>
                </a:solidFill>
                <a:latin typeface="Arial"/>
                <a:ea typeface="Arial"/>
                <a:cs typeface="Arial"/>
              </a:defRPr>
            </a:lvl9pPr>
          </a:lstStyle>
          <a:p>
            <a:pPr algn="l">
              <a:defRPr sz="3450" b="1" i="0">
                <a:solidFill>
                  <a:srgbClr val="17231D"/>
                </a:solidFill>
                <a:latin typeface="Arial"/>
                <a:ea typeface="Arial"/>
                <a:cs typeface="Arial"/>
              </a:defRPr>
            </a:pPr>
            <a:r>
              <a:rPr sz="3450" b="1" i="0">
                <a:solidFill>
                  <a:srgbClr val="17231D"/>
                </a:solidFill>
                <a:latin typeface="Arial"/>
                <a:ea typeface="Arial"/>
                <a:cs typeface="Arial"/>
              </a:rPr>
              <a:t>Collection routes require a separate pilot</a:t>
            </a:r>
          </a:p>
        </p:txBody>
      </p:sp>
      <p:sp>
        <p:nvSpPr>
          <p:cNvPr id="2" name="Rectangle 1">
            <a:extLst>
              <a:ext uri="{FF2B5EF4-FFF2-40B4-BE49-F238E27FC236}">
                <a16:creationId xmlns:a16="http://schemas.microsoft.com/office/drawing/2014/main" id="{ABEE9A01-12DF-41D4-B7E5-51FE288735D5}"/>
              </a:ext>
            </a:extLst>
          </p:cNvPr>
          <p:cNvSpPr>
            <a:spLocks noGrp="1"/>
          </p:cNvSpPr>
          <p:nvPr/>
        </p:nvSpPr>
        <p:spPr>
          <a:xfrm>
            <a:off x="742950" y="1219200"/>
            <a:ext cx="10287000" cy="381000"/>
          </a:xfrm>
          <a:prstGeom prst="rect">
            <a:avLst/>
          </a:prstGeom>
          <a:noFill/>
          <a:ln w="0">
            <a:noFill/>
            <a:prstDash val="solid"/>
          </a:ln>
        </p:spPr>
        <p:txBody>
          <a:bodyPr wrap="square" lIns="0" tIns="0" rIns="0" bIns="0" anchor="t">
            <a:noAutofit/>
          </a:bodyPr>
          <a:lstStyle>
            <a:defPPr algn="l">
              <a:defRPr sz="1650" b="0" i="0">
                <a:solidFill>
                  <a:srgbClr val="4E5B53"/>
                </a:solidFill>
                <a:latin typeface="Arial"/>
                <a:ea typeface="Arial"/>
                <a:cs typeface="Arial"/>
              </a:defRPr>
            </a:defPPr>
            <a:lvl1pPr algn="l">
              <a:defRPr sz="1650" b="0" i="0">
                <a:solidFill>
                  <a:srgbClr val="4E5B53"/>
                </a:solidFill>
                <a:latin typeface="Arial"/>
                <a:ea typeface="Arial"/>
                <a:cs typeface="Arial"/>
              </a:defRPr>
            </a:lvl1pPr>
            <a:lvl2pPr algn="l">
              <a:defRPr sz="1650" b="0" i="0">
                <a:solidFill>
                  <a:srgbClr val="4E5B53"/>
                </a:solidFill>
                <a:latin typeface="Arial"/>
                <a:ea typeface="Arial"/>
                <a:cs typeface="Arial"/>
              </a:defRPr>
            </a:lvl2pPr>
            <a:lvl3pPr algn="l">
              <a:defRPr sz="1650" b="0" i="0">
                <a:solidFill>
                  <a:srgbClr val="4E5B53"/>
                </a:solidFill>
                <a:latin typeface="Arial"/>
                <a:ea typeface="Arial"/>
                <a:cs typeface="Arial"/>
              </a:defRPr>
            </a:lvl3pPr>
            <a:lvl4pPr algn="l">
              <a:defRPr sz="1650" b="0" i="0">
                <a:solidFill>
                  <a:srgbClr val="4E5B53"/>
                </a:solidFill>
                <a:latin typeface="Arial"/>
                <a:ea typeface="Arial"/>
                <a:cs typeface="Arial"/>
              </a:defRPr>
            </a:lvl4pPr>
            <a:lvl5pPr algn="l">
              <a:defRPr sz="1650" b="0" i="0">
                <a:solidFill>
                  <a:srgbClr val="4E5B53"/>
                </a:solidFill>
                <a:latin typeface="Arial"/>
                <a:ea typeface="Arial"/>
                <a:cs typeface="Arial"/>
              </a:defRPr>
            </a:lvl5pPr>
            <a:lvl6pPr algn="l">
              <a:defRPr sz="1650" b="0" i="0">
                <a:solidFill>
                  <a:srgbClr val="4E5B53"/>
                </a:solidFill>
                <a:latin typeface="Arial"/>
                <a:ea typeface="Arial"/>
                <a:cs typeface="Arial"/>
              </a:defRPr>
            </a:lvl6pPr>
            <a:lvl7pPr algn="l">
              <a:defRPr sz="1650" b="0" i="0">
                <a:solidFill>
                  <a:srgbClr val="4E5B53"/>
                </a:solidFill>
                <a:latin typeface="Arial"/>
                <a:ea typeface="Arial"/>
                <a:cs typeface="Arial"/>
              </a:defRPr>
            </a:lvl7pPr>
            <a:lvl8pPr algn="l">
              <a:defRPr sz="1650" b="0" i="0">
                <a:solidFill>
                  <a:srgbClr val="4E5B53"/>
                </a:solidFill>
                <a:latin typeface="Arial"/>
                <a:ea typeface="Arial"/>
                <a:cs typeface="Arial"/>
              </a:defRPr>
            </a:lvl8pPr>
            <a:lvl9pPr algn="l">
              <a:defRPr sz="1650" b="0" i="0">
                <a:solidFill>
                  <a:srgbClr val="4E5B53"/>
                </a:solidFill>
                <a:latin typeface="Arial"/>
                <a:ea typeface="Arial"/>
                <a:cs typeface="Arial"/>
              </a:defRPr>
            </a:lvl9pPr>
          </a:lstStyle>
          <a:p>
            <a:pPr algn="l">
              <a:defRPr sz="1650" b="0" i="0">
                <a:solidFill>
                  <a:srgbClr val="4E5B53"/>
                </a:solidFill>
                <a:latin typeface="Arial"/>
                <a:ea typeface="Arial"/>
                <a:cs typeface="Arial"/>
              </a:defRPr>
            </a:pPr>
            <a:r>
              <a:rPr sz="1650" b="0" i="0">
                <a:solidFill>
                  <a:srgbClr val="4E5B53"/>
                </a:solidFill>
                <a:latin typeface="Arial"/>
                <a:ea typeface="Arial"/>
                <a:cs typeface="Arial"/>
              </a:rPr>
              <a:t>The supplied map routes residents to nearby bins. It does not dispatch collection vehicles.</a:t>
            </a:r>
          </a:p>
        </p:txBody>
      </p:sp>
      <p:sp>
        <p:nvSpPr>
          <p:cNvPr id="3" name="Rectangle 2">
            <a:extLst>
              <a:ext uri="{FF2B5EF4-FFF2-40B4-BE49-F238E27FC236}">
                <a16:creationId xmlns:a16="http://schemas.microsoft.com/office/drawing/2014/main" id="{7DDFBC28-7ADC-4D8B-886D-7768B79B4DD7}"/>
              </a:ext>
            </a:extLst>
          </p:cNvPr>
          <p:cNvSpPr>
            <a:spLocks noGrp="1"/>
          </p:cNvSpPr>
          <p:nvPr/>
        </p:nvSpPr>
        <p:spPr>
          <a:xfrm>
            <a:off x="723900" y="1695450"/>
            <a:ext cx="10744200" cy="19050"/>
          </a:xfrm>
          <a:prstGeom prst="rect">
            <a:avLst/>
          </a:prstGeom>
          <a:solidFill>
            <a:srgbClr val="DDDED3"/>
          </a:solidFill>
          <a:ln w="0">
            <a:noFill/>
            <a:prstDash val="solid"/>
          </a:ln>
        </p:spPr>
      </p:sp>
      <p:sp>
        <p:nvSpPr>
          <p:cNvPr id="4" name="Rectangle 3">
            <a:extLst>
              <a:ext uri="{FF2B5EF4-FFF2-40B4-BE49-F238E27FC236}">
                <a16:creationId xmlns:a16="http://schemas.microsoft.com/office/drawing/2014/main" id="{93DC3F29-6C25-4AA7-9A4D-7087FC16B52B}"/>
              </a:ext>
            </a:extLst>
          </p:cNvPr>
          <p:cNvSpPr>
            <a:spLocks noGrp="1"/>
          </p:cNvSpPr>
          <p:nvPr/>
        </p:nvSpPr>
        <p:spPr>
          <a:xfrm>
            <a:off x="10687050" y="6400800"/>
            <a:ext cx="800100" cy="190500"/>
          </a:xfrm>
          <a:prstGeom prst="rect">
            <a:avLst/>
          </a:prstGeom>
          <a:noFill/>
          <a:ln w="0">
            <a:noFill/>
            <a:prstDash val="solid"/>
          </a:ln>
        </p:spPr>
        <p:txBody>
          <a:bodyPr wrap="square" lIns="0" tIns="0" rIns="0" bIns="0" anchor="t">
            <a:noAutofit/>
          </a:bodyPr>
          <a:lstStyle>
            <a:defPPr algn="r">
              <a:defRPr sz="1050" b="0" i="0">
                <a:solidFill>
                  <a:srgbClr val="737B71"/>
                </a:solidFill>
                <a:latin typeface="Arial"/>
                <a:ea typeface="Arial"/>
                <a:cs typeface="Arial"/>
              </a:defRPr>
            </a:defPPr>
            <a:lvl1pPr algn="r">
              <a:defRPr sz="1050" b="0" i="0">
                <a:solidFill>
                  <a:srgbClr val="737B71"/>
                </a:solidFill>
                <a:latin typeface="Arial"/>
                <a:ea typeface="Arial"/>
                <a:cs typeface="Arial"/>
              </a:defRPr>
            </a:lvl1pPr>
            <a:lvl2pPr algn="r">
              <a:defRPr sz="1050" b="0" i="0">
                <a:solidFill>
                  <a:srgbClr val="737B71"/>
                </a:solidFill>
                <a:latin typeface="Arial"/>
                <a:ea typeface="Arial"/>
                <a:cs typeface="Arial"/>
              </a:defRPr>
            </a:lvl2pPr>
            <a:lvl3pPr algn="r">
              <a:defRPr sz="1050" b="0" i="0">
                <a:solidFill>
                  <a:srgbClr val="737B71"/>
                </a:solidFill>
                <a:latin typeface="Arial"/>
                <a:ea typeface="Arial"/>
                <a:cs typeface="Arial"/>
              </a:defRPr>
            </a:lvl3pPr>
            <a:lvl4pPr algn="r">
              <a:defRPr sz="1050" b="0" i="0">
                <a:solidFill>
                  <a:srgbClr val="737B71"/>
                </a:solidFill>
                <a:latin typeface="Arial"/>
                <a:ea typeface="Arial"/>
                <a:cs typeface="Arial"/>
              </a:defRPr>
            </a:lvl4pPr>
            <a:lvl5pPr algn="r">
              <a:defRPr sz="1050" b="0" i="0">
                <a:solidFill>
                  <a:srgbClr val="737B71"/>
                </a:solidFill>
                <a:latin typeface="Arial"/>
                <a:ea typeface="Arial"/>
                <a:cs typeface="Arial"/>
              </a:defRPr>
            </a:lvl5pPr>
            <a:lvl6pPr algn="r">
              <a:defRPr sz="1050" b="0" i="0">
                <a:solidFill>
                  <a:srgbClr val="737B71"/>
                </a:solidFill>
                <a:latin typeface="Arial"/>
                <a:ea typeface="Arial"/>
                <a:cs typeface="Arial"/>
              </a:defRPr>
            </a:lvl6pPr>
            <a:lvl7pPr algn="r">
              <a:defRPr sz="1050" b="0" i="0">
                <a:solidFill>
                  <a:srgbClr val="737B71"/>
                </a:solidFill>
                <a:latin typeface="Arial"/>
                <a:ea typeface="Arial"/>
                <a:cs typeface="Arial"/>
              </a:defRPr>
            </a:lvl7pPr>
            <a:lvl8pPr algn="r">
              <a:defRPr sz="1050" b="0" i="0">
                <a:solidFill>
                  <a:srgbClr val="737B71"/>
                </a:solidFill>
                <a:latin typeface="Arial"/>
                <a:ea typeface="Arial"/>
                <a:cs typeface="Arial"/>
              </a:defRPr>
            </a:lvl8pPr>
            <a:lvl9pPr algn="r">
              <a:defRPr sz="1050" b="0" i="0">
                <a:solidFill>
                  <a:srgbClr val="737B71"/>
                </a:solidFill>
                <a:latin typeface="Arial"/>
                <a:ea typeface="Arial"/>
                <a:cs typeface="Arial"/>
              </a:defRPr>
            </a:lvl9pPr>
          </a:lstStyle>
          <a:p>
            <a:pPr algn="r">
              <a:defRPr sz="1050" b="0" i="0">
                <a:solidFill>
                  <a:srgbClr val="737B71"/>
                </a:solidFill>
                <a:latin typeface="Arial"/>
                <a:ea typeface="Arial"/>
                <a:cs typeface="Arial"/>
              </a:defRPr>
            </a:pPr>
            <a:r>
              <a:rPr sz="1050" b="0" i="0">
                <a:solidFill>
                  <a:srgbClr val="737B71"/>
                </a:solidFill>
                <a:latin typeface="Arial"/>
                <a:ea typeface="Arial"/>
                <a:cs typeface="Arial"/>
              </a:rPr>
              <a:t>04 / 10</a:t>
            </a:r>
          </a:p>
        </p:txBody>
      </p:sp>
      <p:sp>
        <p:nvSpPr>
          <p:cNvPr id="5" name="Rectangle 4">
            <a:extLst>
              <a:ext uri="{FF2B5EF4-FFF2-40B4-BE49-F238E27FC236}">
                <a16:creationId xmlns:a16="http://schemas.microsoft.com/office/drawing/2014/main" id="{92D3E8B5-2FE3-4B7D-B7C0-6DB583A5D162}"/>
              </a:ext>
            </a:extLst>
          </p:cNvPr>
          <p:cNvSpPr>
            <a:spLocks noGrp="1"/>
          </p:cNvSpPr>
          <p:nvPr/>
        </p:nvSpPr>
        <p:spPr>
          <a:xfrm>
            <a:off x="781050" y="2000250"/>
            <a:ext cx="4000500" cy="209550"/>
          </a:xfrm>
          <a:prstGeom prst="rect">
            <a:avLst/>
          </a:prstGeom>
          <a:noFill/>
          <a:ln w="0">
            <a:noFill/>
            <a:prstDash val="solid"/>
          </a:ln>
        </p:spPr>
        <p:txBody>
          <a:bodyPr wrap="square" lIns="0" tIns="0" rIns="0" bIns="0" anchor="t">
            <a:noAutofit/>
          </a:bodyPr>
          <a:lstStyle>
            <a:defPPr algn="l">
              <a:defRPr sz="1125" b="1" i="0">
                <a:solidFill>
                  <a:srgbClr val="C48772"/>
                </a:solidFill>
                <a:latin typeface="Arial"/>
                <a:ea typeface="Arial"/>
                <a:cs typeface="Arial"/>
              </a:defRPr>
            </a:defPPr>
            <a:lvl1pPr algn="l">
              <a:defRPr sz="1125" b="1" i="0">
                <a:solidFill>
                  <a:srgbClr val="C48772"/>
                </a:solidFill>
                <a:latin typeface="Arial"/>
                <a:ea typeface="Arial"/>
                <a:cs typeface="Arial"/>
              </a:defRPr>
            </a:lvl1pPr>
            <a:lvl2pPr algn="l">
              <a:defRPr sz="1125" b="1" i="0">
                <a:solidFill>
                  <a:srgbClr val="C48772"/>
                </a:solidFill>
                <a:latin typeface="Arial"/>
                <a:ea typeface="Arial"/>
                <a:cs typeface="Arial"/>
              </a:defRPr>
            </a:lvl2pPr>
            <a:lvl3pPr algn="l">
              <a:defRPr sz="1125" b="1" i="0">
                <a:solidFill>
                  <a:srgbClr val="C48772"/>
                </a:solidFill>
                <a:latin typeface="Arial"/>
                <a:ea typeface="Arial"/>
                <a:cs typeface="Arial"/>
              </a:defRPr>
            </a:lvl3pPr>
            <a:lvl4pPr algn="l">
              <a:defRPr sz="1125" b="1" i="0">
                <a:solidFill>
                  <a:srgbClr val="C48772"/>
                </a:solidFill>
                <a:latin typeface="Arial"/>
                <a:ea typeface="Arial"/>
                <a:cs typeface="Arial"/>
              </a:defRPr>
            </a:lvl4pPr>
            <a:lvl5pPr algn="l">
              <a:defRPr sz="1125" b="1" i="0">
                <a:solidFill>
                  <a:srgbClr val="C48772"/>
                </a:solidFill>
                <a:latin typeface="Arial"/>
                <a:ea typeface="Arial"/>
                <a:cs typeface="Arial"/>
              </a:defRPr>
            </a:lvl5pPr>
            <a:lvl6pPr algn="l">
              <a:defRPr sz="1125" b="1" i="0">
                <a:solidFill>
                  <a:srgbClr val="C48772"/>
                </a:solidFill>
                <a:latin typeface="Arial"/>
                <a:ea typeface="Arial"/>
                <a:cs typeface="Arial"/>
              </a:defRPr>
            </a:lvl6pPr>
            <a:lvl7pPr algn="l">
              <a:defRPr sz="1125" b="1" i="0">
                <a:solidFill>
                  <a:srgbClr val="C48772"/>
                </a:solidFill>
                <a:latin typeface="Arial"/>
                <a:ea typeface="Arial"/>
                <a:cs typeface="Arial"/>
              </a:defRPr>
            </a:lvl7pPr>
            <a:lvl8pPr algn="l">
              <a:defRPr sz="1125" b="1" i="0">
                <a:solidFill>
                  <a:srgbClr val="C48772"/>
                </a:solidFill>
                <a:latin typeface="Arial"/>
                <a:ea typeface="Arial"/>
                <a:cs typeface="Arial"/>
              </a:defRPr>
            </a:lvl8pPr>
            <a:lvl9pPr algn="l">
              <a:defRPr sz="1125" b="1" i="0">
                <a:solidFill>
                  <a:srgbClr val="C48772"/>
                </a:solidFill>
                <a:latin typeface="Arial"/>
                <a:ea typeface="Arial"/>
                <a:cs typeface="Arial"/>
              </a:defRPr>
            </a:lvl9pPr>
          </a:lstStyle>
          <a:p>
            <a:pPr algn="l">
              <a:defRPr sz="1125" b="1" i="0">
                <a:solidFill>
                  <a:srgbClr val="C48772"/>
                </a:solidFill>
                <a:latin typeface="Arial"/>
                <a:ea typeface="Arial"/>
                <a:cs typeface="Arial"/>
              </a:defRPr>
            </a:pPr>
            <a:r>
              <a:rPr sz="1125" b="1" i="0">
                <a:solidFill>
                  <a:srgbClr val="C48772"/>
                </a:solidFill>
                <a:latin typeface="Arial"/>
                <a:ea typeface="Arial"/>
                <a:cs typeface="Arial"/>
              </a:rPr>
              <a:t>FUTURE MUNICIPAL PICKUP DESIGN</a:t>
            </a:r>
          </a:p>
        </p:txBody>
      </p:sp>
      <p:sp>
        <p:nvSpPr>
          <p:cNvPr id="6" name="Rectangle 5">
            <a:extLst>
              <a:ext uri="{FF2B5EF4-FFF2-40B4-BE49-F238E27FC236}">
                <a16:creationId xmlns:a16="http://schemas.microsoft.com/office/drawing/2014/main" id="{C11B3B48-3CBA-42F2-9E14-AC4CA3F7DC97}"/>
              </a:ext>
            </a:extLst>
          </p:cNvPr>
          <p:cNvSpPr>
            <a:spLocks noGrp="1"/>
          </p:cNvSpPr>
          <p:nvPr/>
        </p:nvSpPr>
        <p:spPr>
          <a:xfrm>
            <a:off x="990600" y="3200400"/>
            <a:ext cx="3562350" cy="1085850"/>
          </a:xfrm>
          <a:prstGeom prst="rect">
            <a:avLst/>
          </a:prstGeom>
          <a:solidFill>
            <a:srgbClr val="E9EFEB"/>
          </a:solidFill>
          <a:ln w="19050">
            <a:solidFill>
              <a:srgbClr val="1D4B3A"/>
            </a:solidFill>
            <a:prstDash val="solid"/>
          </a:ln>
        </p:spPr>
      </p:sp>
      <p:sp>
        <p:nvSpPr>
          <p:cNvPr id="7" name="Rectangle 6">
            <a:extLst>
              <a:ext uri="{FF2B5EF4-FFF2-40B4-BE49-F238E27FC236}">
                <a16:creationId xmlns:a16="http://schemas.microsoft.com/office/drawing/2014/main" id="{ABE87E30-23CA-45AF-9388-293AAE798074}"/>
              </a:ext>
            </a:extLst>
          </p:cNvPr>
          <p:cNvSpPr>
            <a:spLocks noGrp="1"/>
          </p:cNvSpPr>
          <p:nvPr/>
        </p:nvSpPr>
        <p:spPr>
          <a:xfrm>
            <a:off x="1219200" y="3400425"/>
            <a:ext cx="2343150" cy="685800"/>
          </a:xfrm>
          <a:prstGeom prst="rect">
            <a:avLst/>
          </a:prstGeom>
          <a:solidFill>
            <a:srgbClr val="FFFDF8"/>
          </a:solidFill>
          <a:ln w="0">
            <a:noFill/>
            <a:prstDash val="solid"/>
          </a:ln>
        </p:spPr>
      </p:sp>
      <p:sp>
        <p:nvSpPr>
          <p:cNvPr id="8" name="Rectangle 7">
            <a:extLst>
              <a:ext uri="{FF2B5EF4-FFF2-40B4-BE49-F238E27FC236}">
                <a16:creationId xmlns:a16="http://schemas.microsoft.com/office/drawing/2014/main" id="{00F2B2E2-8991-4638-97F4-B8895B4648B7}"/>
              </a:ext>
            </a:extLst>
          </p:cNvPr>
          <p:cNvSpPr>
            <a:spLocks noGrp="1"/>
          </p:cNvSpPr>
          <p:nvPr/>
        </p:nvSpPr>
        <p:spPr>
          <a:xfrm>
            <a:off x="1390650" y="3619500"/>
            <a:ext cx="2000250" cy="266700"/>
          </a:xfrm>
          <a:prstGeom prst="rect">
            <a:avLst/>
          </a:prstGeom>
          <a:noFill/>
          <a:ln w="0">
            <a:noFill/>
            <a:prstDash val="solid"/>
          </a:ln>
        </p:spPr>
        <p:txBody>
          <a:bodyPr wrap="square" lIns="0" tIns="0" rIns="0" bIns="0" anchor="t">
            <a:noAutofit/>
          </a:bodyPr>
          <a:lstStyle>
            <a:defPPr algn="ctr">
              <a:defRPr sz="1425" b="1" i="0">
                <a:solidFill>
                  <a:srgbClr val="17231D"/>
                </a:solidFill>
                <a:latin typeface="Arial"/>
                <a:ea typeface="Arial"/>
                <a:cs typeface="Arial"/>
              </a:defRPr>
            </a:defPPr>
            <a:lvl1pPr algn="ctr">
              <a:defRPr sz="1425" b="1" i="0">
                <a:solidFill>
                  <a:srgbClr val="17231D"/>
                </a:solidFill>
                <a:latin typeface="Arial"/>
                <a:ea typeface="Arial"/>
                <a:cs typeface="Arial"/>
              </a:defRPr>
            </a:lvl1pPr>
            <a:lvl2pPr algn="ctr">
              <a:defRPr sz="1425" b="1" i="0">
                <a:solidFill>
                  <a:srgbClr val="17231D"/>
                </a:solidFill>
                <a:latin typeface="Arial"/>
                <a:ea typeface="Arial"/>
                <a:cs typeface="Arial"/>
              </a:defRPr>
            </a:lvl2pPr>
            <a:lvl3pPr algn="ctr">
              <a:defRPr sz="1425" b="1" i="0">
                <a:solidFill>
                  <a:srgbClr val="17231D"/>
                </a:solidFill>
                <a:latin typeface="Arial"/>
                <a:ea typeface="Arial"/>
                <a:cs typeface="Arial"/>
              </a:defRPr>
            </a:lvl3pPr>
            <a:lvl4pPr algn="ctr">
              <a:defRPr sz="1425" b="1" i="0">
                <a:solidFill>
                  <a:srgbClr val="17231D"/>
                </a:solidFill>
                <a:latin typeface="Arial"/>
                <a:ea typeface="Arial"/>
                <a:cs typeface="Arial"/>
              </a:defRPr>
            </a:lvl4pPr>
            <a:lvl5pPr algn="ctr">
              <a:defRPr sz="1425" b="1" i="0">
                <a:solidFill>
                  <a:srgbClr val="17231D"/>
                </a:solidFill>
                <a:latin typeface="Arial"/>
                <a:ea typeface="Arial"/>
                <a:cs typeface="Arial"/>
              </a:defRPr>
            </a:lvl5pPr>
            <a:lvl6pPr algn="ctr">
              <a:defRPr sz="1425" b="1" i="0">
                <a:solidFill>
                  <a:srgbClr val="17231D"/>
                </a:solidFill>
                <a:latin typeface="Arial"/>
                <a:ea typeface="Arial"/>
                <a:cs typeface="Arial"/>
              </a:defRPr>
            </a:lvl6pPr>
            <a:lvl7pPr algn="ctr">
              <a:defRPr sz="1425" b="1" i="0">
                <a:solidFill>
                  <a:srgbClr val="17231D"/>
                </a:solidFill>
                <a:latin typeface="Arial"/>
                <a:ea typeface="Arial"/>
                <a:cs typeface="Arial"/>
              </a:defRPr>
            </a:lvl7pPr>
            <a:lvl8pPr algn="ctr">
              <a:defRPr sz="1425" b="1" i="0">
                <a:solidFill>
                  <a:srgbClr val="17231D"/>
                </a:solidFill>
                <a:latin typeface="Arial"/>
                <a:ea typeface="Arial"/>
                <a:cs typeface="Arial"/>
              </a:defRPr>
            </a:lvl8pPr>
            <a:lvl9pPr algn="ctr">
              <a:defRPr sz="1425" b="1" i="0">
                <a:solidFill>
                  <a:srgbClr val="17231D"/>
                </a:solidFill>
                <a:latin typeface="Arial"/>
                <a:ea typeface="Arial"/>
                <a:cs typeface="Arial"/>
              </a:defRPr>
            </a:lvl9pPr>
          </a:lstStyle>
          <a:p>
            <a:pPr algn="ctr">
              <a:defRPr sz="1425" b="1" i="0">
                <a:solidFill>
                  <a:srgbClr val="17231D"/>
                </a:solidFill>
                <a:latin typeface="Arial"/>
                <a:ea typeface="Arial"/>
                <a:cs typeface="Arial"/>
              </a:defRPr>
            </a:pPr>
            <a:r>
              <a:rPr sz="1425" b="1" i="0">
                <a:solidFill>
                  <a:srgbClr val="17231D"/>
                </a:solidFill>
                <a:latin typeface="Arial"/>
                <a:ea typeface="Arial"/>
                <a:cs typeface="Arial"/>
              </a:rPr>
              <a:t>separated load</a:t>
            </a:r>
          </a:p>
        </p:txBody>
      </p:sp>
      <p:sp>
        <p:nvSpPr>
          <p:cNvPr id="9" name="Oval 8">
            <a:extLst>
              <a:ext uri="{FF2B5EF4-FFF2-40B4-BE49-F238E27FC236}">
                <a16:creationId xmlns:a16="http://schemas.microsoft.com/office/drawing/2014/main" id="{21332FA9-D0BE-466C-A1FE-14AC34CF53BB}"/>
              </a:ext>
            </a:extLst>
          </p:cNvPr>
          <p:cNvSpPr>
            <a:spLocks noGrp="1"/>
          </p:cNvSpPr>
          <p:nvPr/>
        </p:nvSpPr>
        <p:spPr>
          <a:xfrm>
            <a:off x="1300163" y="4214813"/>
            <a:ext cx="447675" cy="447675"/>
          </a:xfrm>
          <a:prstGeom prst="ellipse">
            <a:avLst/>
          </a:prstGeom>
          <a:solidFill>
            <a:srgbClr val="F5F4EC"/>
          </a:solidFill>
          <a:ln w="19050">
            <a:solidFill>
              <a:srgbClr val="737B71"/>
            </a:solidFill>
            <a:prstDash val="solid"/>
          </a:ln>
        </p:spPr>
      </p:sp>
      <p:sp>
        <p:nvSpPr>
          <p:cNvPr id="10" name="Oval 9">
            <a:extLst>
              <a:ext uri="{FF2B5EF4-FFF2-40B4-BE49-F238E27FC236}">
                <a16:creationId xmlns:a16="http://schemas.microsoft.com/office/drawing/2014/main" id="{268D7F75-0973-4A37-9821-9046149C7B24}"/>
              </a:ext>
            </a:extLst>
          </p:cNvPr>
          <p:cNvSpPr>
            <a:spLocks noGrp="1"/>
          </p:cNvSpPr>
          <p:nvPr/>
        </p:nvSpPr>
        <p:spPr>
          <a:xfrm>
            <a:off x="3490913" y="4214813"/>
            <a:ext cx="447675" cy="447675"/>
          </a:xfrm>
          <a:prstGeom prst="ellipse">
            <a:avLst/>
          </a:prstGeom>
          <a:solidFill>
            <a:srgbClr val="F5F4EC"/>
          </a:solidFill>
          <a:ln w="19050">
            <a:solidFill>
              <a:srgbClr val="737B71"/>
            </a:solidFill>
            <a:prstDash val="solid"/>
          </a:ln>
        </p:spPr>
      </p:sp>
      <p:sp>
        <p:nvSpPr>
          <p:cNvPr id="11" name="Oval 10">
            <a:extLst>
              <a:ext uri="{FF2B5EF4-FFF2-40B4-BE49-F238E27FC236}">
                <a16:creationId xmlns:a16="http://schemas.microsoft.com/office/drawing/2014/main" id="{7305FD62-82E8-4067-BEC9-BAA38ABDBB3F}"/>
              </a:ext>
            </a:extLst>
          </p:cNvPr>
          <p:cNvSpPr>
            <a:spLocks noGrp="1"/>
          </p:cNvSpPr>
          <p:nvPr/>
        </p:nvSpPr>
        <p:spPr>
          <a:xfrm>
            <a:off x="1438275" y="4352925"/>
            <a:ext cx="171450" cy="171450"/>
          </a:xfrm>
          <a:prstGeom prst="ellipse">
            <a:avLst/>
          </a:prstGeom>
          <a:solidFill>
            <a:srgbClr val="737B71"/>
          </a:solidFill>
          <a:ln w="0">
            <a:noFill/>
            <a:prstDash val="solid"/>
          </a:ln>
        </p:spPr>
      </p:sp>
      <p:sp>
        <p:nvSpPr>
          <p:cNvPr id="12" name="Oval 11">
            <a:extLst>
              <a:ext uri="{FF2B5EF4-FFF2-40B4-BE49-F238E27FC236}">
                <a16:creationId xmlns:a16="http://schemas.microsoft.com/office/drawing/2014/main" id="{9ADA67ED-3999-4805-8B88-F0DCAA10D49D}"/>
              </a:ext>
            </a:extLst>
          </p:cNvPr>
          <p:cNvSpPr>
            <a:spLocks noGrp="1"/>
          </p:cNvSpPr>
          <p:nvPr/>
        </p:nvSpPr>
        <p:spPr>
          <a:xfrm>
            <a:off x="3629025" y="4352925"/>
            <a:ext cx="171450" cy="171450"/>
          </a:xfrm>
          <a:prstGeom prst="ellipse">
            <a:avLst/>
          </a:prstGeom>
          <a:solidFill>
            <a:srgbClr val="737B71"/>
          </a:solidFill>
          <a:ln w="0">
            <a:noFill/>
            <a:prstDash val="solid"/>
          </a:ln>
        </p:spPr>
      </p:sp>
      <p:sp>
        <p:nvSpPr>
          <p:cNvPr id="13" name="Rectangle 12">
            <a:extLst>
              <a:ext uri="{FF2B5EF4-FFF2-40B4-BE49-F238E27FC236}">
                <a16:creationId xmlns:a16="http://schemas.microsoft.com/office/drawing/2014/main" id="{344B206D-3606-4921-8968-B876CE37C309}"/>
              </a:ext>
            </a:extLst>
          </p:cNvPr>
          <p:cNvSpPr>
            <a:spLocks noGrp="1"/>
          </p:cNvSpPr>
          <p:nvPr/>
        </p:nvSpPr>
        <p:spPr>
          <a:xfrm>
            <a:off x="4848225" y="3238500"/>
            <a:ext cx="1200150" cy="1009650"/>
          </a:xfrm>
          <a:prstGeom prst="rect">
            <a:avLst/>
          </a:prstGeom>
          <a:solidFill>
            <a:srgbClr val="FFFDF8"/>
          </a:solidFill>
          <a:ln w="19050">
            <a:solidFill>
              <a:srgbClr val="82977F"/>
            </a:solidFill>
            <a:prstDash val="solid"/>
          </a:ln>
        </p:spPr>
      </p:sp>
      <p:sp>
        <p:nvSpPr>
          <p:cNvPr id="14" name="Rectangle 13">
            <a:extLst>
              <a:ext uri="{FF2B5EF4-FFF2-40B4-BE49-F238E27FC236}">
                <a16:creationId xmlns:a16="http://schemas.microsoft.com/office/drawing/2014/main" id="{F02A78F3-EBC4-488C-9C75-4536D5C572FE}"/>
              </a:ext>
            </a:extLst>
          </p:cNvPr>
          <p:cNvSpPr>
            <a:spLocks noGrp="1"/>
          </p:cNvSpPr>
          <p:nvPr/>
        </p:nvSpPr>
        <p:spPr>
          <a:xfrm>
            <a:off x="5000625" y="3476625"/>
            <a:ext cx="904875" cy="476250"/>
          </a:xfrm>
          <a:prstGeom prst="rect">
            <a:avLst/>
          </a:prstGeom>
          <a:noFill/>
          <a:ln w="0">
            <a:noFill/>
            <a:prstDash val="solid"/>
          </a:ln>
        </p:spPr>
        <p:txBody>
          <a:bodyPr wrap="square" lIns="0" tIns="0" rIns="0" bIns="0" anchor="ctr">
            <a:noAutofit/>
          </a:bodyPr>
          <a:lstStyle>
            <a:defPPr algn="ctr">
              <a:defRPr sz="1500" b="1" i="0">
                <a:solidFill>
                  <a:srgbClr val="17231D"/>
                </a:solidFill>
                <a:latin typeface="Arial"/>
                <a:ea typeface="Arial"/>
                <a:cs typeface="Arial"/>
              </a:defRPr>
            </a:defPPr>
            <a:lvl1pPr algn="ctr">
              <a:defRPr sz="1500" b="1" i="0">
                <a:solidFill>
                  <a:srgbClr val="17231D"/>
                </a:solidFill>
                <a:latin typeface="Arial"/>
                <a:ea typeface="Arial"/>
                <a:cs typeface="Arial"/>
              </a:defRPr>
            </a:lvl1pPr>
            <a:lvl2pPr algn="ctr">
              <a:defRPr sz="1500" b="1" i="0">
                <a:solidFill>
                  <a:srgbClr val="17231D"/>
                </a:solidFill>
                <a:latin typeface="Arial"/>
                <a:ea typeface="Arial"/>
                <a:cs typeface="Arial"/>
              </a:defRPr>
            </a:lvl2pPr>
            <a:lvl3pPr algn="ctr">
              <a:defRPr sz="1500" b="1" i="0">
                <a:solidFill>
                  <a:srgbClr val="17231D"/>
                </a:solidFill>
                <a:latin typeface="Arial"/>
                <a:ea typeface="Arial"/>
                <a:cs typeface="Arial"/>
              </a:defRPr>
            </a:lvl3pPr>
            <a:lvl4pPr algn="ctr">
              <a:defRPr sz="1500" b="1" i="0">
                <a:solidFill>
                  <a:srgbClr val="17231D"/>
                </a:solidFill>
                <a:latin typeface="Arial"/>
                <a:ea typeface="Arial"/>
                <a:cs typeface="Arial"/>
              </a:defRPr>
            </a:lvl4pPr>
            <a:lvl5pPr algn="ctr">
              <a:defRPr sz="1500" b="1" i="0">
                <a:solidFill>
                  <a:srgbClr val="17231D"/>
                </a:solidFill>
                <a:latin typeface="Arial"/>
                <a:ea typeface="Arial"/>
                <a:cs typeface="Arial"/>
              </a:defRPr>
            </a:lvl5pPr>
            <a:lvl6pPr algn="ctr">
              <a:defRPr sz="1500" b="1" i="0">
                <a:solidFill>
                  <a:srgbClr val="17231D"/>
                </a:solidFill>
                <a:latin typeface="Arial"/>
                <a:ea typeface="Arial"/>
                <a:cs typeface="Arial"/>
              </a:defRPr>
            </a:lvl6pPr>
            <a:lvl7pPr algn="ctr">
              <a:defRPr sz="1500" b="1" i="0">
                <a:solidFill>
                  <a:srgbClr val="17231D"/>
                </a:solidFill>
                <a:latin typeface="Arial"/>
                <a:ea typeface="Arial"/>
                <a:cs typeface="Arial"/>
              </a:defRPr>
            </a:lvl7pPr>
            <a:lvl8pPr algn="ctr">
              <a:defRPr sz="1500" b="1" i="0">
                <a:solidFill>
                  <a:srgbClr val="17231D"/>
                </a:solidFill>
                <a:latin typeface="Arial"/>
                <a:ea typeface="Arial"/>
                <a:cs typeface="Arial"/>
              </a:defRPr>
            </a:lvl8pPr>
            <a:lvl9pPr algn="ctr">
              <a:defRPr sz="1500" b="1" i="0">
                <a:solidFill>
                  <a:srgbClr val="17231D"/>
                </a:solidFill>
                <a:latin typeface="Arial"/>
                <a:ea typeface="Arial"/>
                <a:cs typeface="Arial"/>
              </a:defRPr>
            </a:lvl9pPr>
          </a:lstStyle>
          <a:p>
            <a:pPr algn="ctr">
              <a:defRPr sz="1500" b="1" i="0">
                <a:solidFill>
                  <a:srgbClr val="17231D"/>
                </a:solidFill>
                <a:latin typeface="Arial"/>
                <a:ea typeface="Arial"/>
                <a:cs typeface="Arial"/>
              </a:defRPr>
            </a:pPr>
            <a:r>
              <a:rPr sz="1500" b="1" i="0">
                <a:solidFill>
                  <a:srgbClr val="17231D"/>
                </a:solidFill>
                <a:latin typeface="Arial"/>
                <a:ea typeface="Arial"/>
                <a:cs typeface="Arial"/>
              </a:rPr>
              <a:t>bin</a:t>
            </a:r>
          </a:p>
          <a:p>
            <a:pPr algn="ctr">
              <a:defRPr sz="1500" b="1" i="0">
                <a:solidFill>
                  <a:srgbClr val="17231D"/>
                </a:solidFill>
                <a:latin typeface="Arial"/>
                <a:ea typeface="Arial"/>
                <a:cs typeface="Arial"/>
              </a:defRPr>
            </a:pPr>
            <a:r>
              <a:rPr sz="1500" b="1" i="0">
                <a:solidFill>
                  <a:srgbClr val="17231D"/>
                </a:solidFill>
                <a:latin typeface="Arial"/>
                <a:ea typeface="Arial"/>
                <a:cs typeface="Arial"/>
              </a:rPr>
              <a:t>module</a:t>
            </a:r>
          </a:p>
        </p:txBody>
      </p:sp>
      <p:sp>
        <p:nvSpPr>
          <p:cNvPr id="15" name="Rectangle 14">
            <a:extLst>
              <a:ext uri="{FF2B5EF4-FFF2-40B4-BE49-F238E27FC236}">
                <a16:creationId xmlns:a16="http://schemas.microsoft.com/office/drawing/2014/main" id="{90732466-1102-4390-8BF8-E4F81F56845B}"/>
              </a:ext>
            </a:extLst>
          </p:cNvPr>
          <p:cNvSpPr>
            <a:spLocks noGrp="1"/>
          </p:cNvSpPr>
          <p:nvPr/>
        </p:nvSpPr>
        <p:spPr>
          <a:xfrm>
            <a:off x="4543425" y="3286125"/>
            <a:ext cx="304800" cy="38100"/>
          </a:xfrm>
          <a:prstGeom prst="rect">
            <a:avLst/>
          </a:prstGeom>
          <a:solidFill>
            <a:srgbClr val="D4AD78"/>
          </a:solidFill>
          <a:ln w="0">
            <a:noFill/>
            <a:prstDash val="solid"/>
          </a:ln>
        </p:spPr>
      </p:sp>
      <p:sp>
        <p:nvSpPr>
          <p:cNvPr id="16" name="Rectangle 15">
            <a:extLst>
              <a:ext uri="{FF2B5EF4-FFF2-40B4-BE49-F238E27FC236}">
                <a16:creationId xmlns:a16="http://schemas.microsoft.com/office/drawing/2014/main" id="{DCFAE6A0-BEB6-4799-AAAE-968130B0D3B7}"/>
              </a:ext>
            </a:extLst>
          </p:cNvPr>
          <p:cNvSpPr>
            <a:spLocks noGrp="1"/>
          </p:cNvSpPr>
          <p:nvPr/>
        </p:nvSpPr>
        <p:spPr>
          <a:xfrm>
            <a:off x="4514850" y="3286125"/>
            <a:ext cx="38100" cy="600075"/>
          </a:xfrm>
          <a:prstGeom prst="rect">
            <a:avLst/>
          </a:prstGeom>
          <a:solidFill>
            <a:srgbClr val="D4AD78"/>
          </a:solidFill>
          <a:ln w="0">
            <a:noFill/>
            <a:prstDash val="solid"/>
          </a:ln>
        </p:spPr>
      </p:sp>
      <p:sp>
        <p:nvSpPr>
          <p:cNvPr id="17" name="Rectangle 16">
            <a:extLst>
              <a:ext uri="{FF2B5EF4-FFF2-40B4-BE49-F238E27FC236}">
                <a16:creationId xmlns:a16="http://schemas.microsoft.com/office/drawing/2014/main" id="{16999791-0DBA-4366-8D68-6F8AFEC1CC49}"/>
              </a:ext>
            </a:extLst>
          </p:cNvPr>
          <p:cNvSpPr>
            <a:spLocks noGrp="1"/>
          </p:cNvSpPr>
          <p:nvPr/>
        </p:nvSpPr>
        <p:spPr>
          <a:xfrm>
            <a:off x="4514850" y="3857625"/>
            <a:ext cx="457200" cy="38100"/>
          </a:xfrm>
          <a:prstGeom prst="rect">
            <a:avLst/>
          </a:prstGeom>
          <a:solidFill>
            <a:srgbClr val="D4AD78"/>
          </a:solidFill>
          <a:ln w="0">
            <a:noFill/>
            <a:prstDash val="solid"/>
          </a:ln>
        </p:spPr>
      </p:sp>
      <p:sp>
        <p:nvSpPr>
          <p:cNvPr id="18" name="Arrow: Left 17">
            <a:extLst>
              <a:ext uri="{FF2B5EF4-FFF2-40B4-BE49-F238E27FC236}">
                <a16:creationId xmlns:a16="http://schemas.microsoft.com/office/drawing/2014/main" id="{38A74CA6-3555-4691-9403-113A9DC06291}"/>
              </a:ext>
            </a:extLst>
          </p:cNvPr>
          <p:cNvSpPr>
            <a:spLocks noGrp="1"/>
          </p:cNvSpPr>
          <p:nvPr/>
        </p:nvSpPr>
        <p:spPr>
          <a:xfrm>
            <a:off x="4400550" y="3733800"/>
            <a:ext cx="419100" cy="209550"/>
          </a:xfrm>
          <a:prstGeom prst="leftArrow">
            <a:avLst/>
          </a:prstGeom>
          <a:solidFill>
            <a:srgbClr val="D4AD78"/>
          </a:solidFill>
          <a:ln w="0">
            <a:noFill/>
            <a:prstDash val="solid"/>
          </a:ln>
        </p:spPr>
      </p:sp>
      <p:sp>
        <p:nvSpPr>
          <p:cNvPr id="19" name="Rectangle 18">
            <a:extLst>
              <a:ext uri="{FF2B5EF4-FFF2-40B4-BE49-F238E27FC236}">
                <a16:creationId xmlns:a16="http://schemas.microsoft.com/office/drawing/2014/main" id="{E4DA22F3-47DD-4DDD-A710-04270B4DA286}"/>
              </a:ext>
            </a:extLst>
          </p:cNvPr>
          <p:cNvSpPr>
            <a:spLocks noGrp="1"/>
          </p:cNvSpPr>
          <p:nvPr/>
        </p:nvSpPr>
        <p:spPr>
          <a:xfrm>
            <a:off x="4419600" y="4476750"/>
            <a:ext cx="1857375" cy="428625"/>
          </a:xfrm>
          <a:prstGeom prst="rect">
            <a:avLst/>
          </a:prstGeom>
          <a:noFill/>
          <a:ln w="0">
            <a:noFill/>
            <a:prstDash val="solid"/>
          </a:ln>
        </p:spPr>
        <p:txBody>
          <a:bodyPr wrap="square" lIns="0" tIns="0" rIns="0" bIns="0" anchor="t">
            <a:noAutofit/>
          </a:bodyPr>
          <a:lstStyle>
            <a:defPPr algn="ctr">
              <a:defRPr sz="1200" b="0" i="0">
                <a:solidFill>
                  <a:srgbClr val="4E5B53"/>
                </a:solidFill>
                <a:latin typeface="Arial"/>
                <a:ea typeface="Arial"/>
                <a:cs typeface="Arial"/>
              </a:defRPr>
            </a:defPPr>
            <a:lvl1pPr algn="ctr">
              <a:defRPr sz="1200" b="0" i="0">
                <a:solidFill>
                  <a:srgbClr val="4E5B53"/>
                </a:solidFill>
                <a:latin typeface="Arial"/>
                <a:ea typeface="Arial"/>
                <a:cs typeface="Arial"/>
              </a:defRPr>
            </a:lvl1pPr>
            <a:lvl2pPr algn="ctr">
              <a:defRPr sz="1200" b="0" i="0">
                <a:solidFill>
                  <a:srgbClr val="4E5B53"/>
                </a:solidFill>
                <a:latin typeface="Arial"/>
                <a:ea typeface="Arial"/>
                <a:cs typeface="Arial"/>
              </a:defRPr>
            </a:lvl2pPr>
            <a:lvl3pPr algn="ctr">
              <a:defRPr sz="1200" b="0" i="0">
                <a:solidFill>
                  <a:srgbClr val="4E5B53"/>
                </a:solidFill>
                <a:latin typeface="Arial"/>
                <a:ea typeface="Arial"/>
                <a:cs typeface="Arial"/>
              </a:defRPr>
            </a:lvl3pPr>
            <a:lvl4pPr algn="ctr">
              <a:defRPr sz="1200" b="0" i="0">
                <a:solidFill>
                  <a:srgbClr val="4E5B53"/>
                </a:solidFill>
                <a:latin typeface="Arial"/>
                <a:ea typeface="Arial"/>
                <a:cs typeface="Arial"/>
              </a:defRPr>
            </a:lvl4pPr>
            <a:lvl5pPr algn="ctr">
              <a:defRPr sz="1200" b="0" i="0">
                <a:solidFill>
                  <a:srgbClr val="4E5B53"/>
                </a:solidFill>
                <a:latin typeface="Arial"/>
                <a:ea typeface="Arial"/>
                <a:cs typeface="Arial"/>
              </a:defRPr>
            </a:lvl5pPr>
            <a:lvl6pPr algn="ctr">
              <a:defRPr sz="1200" b="0" i="0">
                <a:solidFill>
                  <a:srgbClr val="4E5B53"/>
                </a:solidFill>
                <a:latin typeface="Arial"/>
                <a:ea typeface="Arial"/>
                <a:cs typeface="Arial"/>
              </a:defRPr>
            </a:lvl6pPr>
            <a:lvl7pPr algn="ctr">
              <a:defRPr sz="1200" b="0" i="0">
                <a:solidFill>
                  <a:srgbClr val="4E5B53"/>
                </a:solidFill>
                <a:latin typeface="Arial"/>
                <a:ea typeface="Arial"/>
                <a:cs typeface="Arial"/>
              </a:defRPr>
            </a:lvl7pPr>
            <a:lvl8pPr algn="ctr">
              <a:defRPr sz="1200" b="0" i="0">
                <a:solidFill>
                  <a:srgbClr val="4E5B53"/>
                </a:solidFill>
                <a:latin typeface="Arial"/>
                <a:ea typeface="Arial"/>
                <a:cs typeface="Arial"/>
              </a:defRPr>
            </a:lvl8pPr>
            <a:lvl9pPr algn="ctr">
              <a:defRPr sz="1200" b="0" i="0">
                <a:solidFill>
                  <a:srgbClr val="4E5B53"/>
                </a:solidFill>
                <a:latin typeface="Arial"/>
                <a:ea typeface="Arial"/>
                <a:cs typeface="Arial"/>
              </a:defRPr>
            </a:lvl9pPr>
          </a:lstStyle>
          <a:p>
            <a:pPr algn="ctr">
              <a:defRPr sz="1200" b="0" i="0">
                <a:solidFill>
                  <a:srgbClr val="4E5B53"/>
                </a:solidFill>
                <a:latin typeface="Arial"/>
                <a:ea typeface="Arial"/>
                <a:cs typeface="Arial"/>
              </a:defRPr>
            </a:pPr>
            <a:r>
              <a:rPr sz="1200" b="0" i="0">
                <a:solidFill>
                  <a:srgbClr val="4E5B53"/>
                </a:solidFill>
                <a:latin typeface="Arial"/>
                <a:ea typeface="Arial"/>
                <a:cs typeface="Arial"/>
              </a:rPr>
              <a:t>lifting + transfer interface</a:t>
            </a:r>
          </a:p>
        </p:txBody>
      </p:sp>
      <p:sp>
        <p:nvSpPr>
          <p:cNvPr id="20" name="Rectangle 19">
            <a:extLst>
              <a:ext uri="{FF2B5EF4-FFF2-40B4-BE49-F238E27FC236}">
                <a16:creationId xmlns:a16="http://schemas.microsoft.com/office/drawing/2014/main" id="{8EFBB4E9-5F18-4A00-BEC3-26B9C55A896E}"/>
              </a:ext>
            </a:extLst>
          </p:cNvPr>
          <p:cNvSpPr>
            <a:spLocks noGrp="1"/>
          </p:cNvSpPr>
          <p:nvPr/>
        </p:nvSpPr>
        <p:spPr>
          <a:xfrm>
            <a:off x="4324350" y="5200650"/>
            <a:ext cx="2286000" cy="200025"/>
          </a:xfrm>
          <a:prstGeom prst="rect">
            <a:avLst/>
          </a:prstGeom>
          <a:noFill/>
          <a:ln w="0">
            <a:noFill/>
            <a:prstDash val="solid"/>
          </a:ln>
        </p:spPr>
        <p:txBody>
          <a:bodyPr wrap="square" lIns="0" tIns="0" rIns="0" bIns="0" anchor="t">
            <a:noAutofit/>
          </a:bodyPr>
          <a:lstStyle>
            <a:defPPr algn="ctr">
              <a:defRPr sz="1125" b="1" i="0">
                <a:solidFill>
                  <a:srgbClr val="C48772"/>
                </a:solidFill>
                <a:latin typeface="Arial"/>
                <a:ea typeface="Arial"/>
                <a:cs typeface="Arial"/>
              </a:defRPr>
            </a:defPPr>
            <a:lvl1pPr algn="ctr">
              <a:defRPr sz="1125" b="1" i="0">
                <a:solidFill>
                  <a:srgbClr val="C48772"/>
                </a:solidFill>
                <a:latin typeface="Arial"/>
                <a:ea typeface="Arial"/>
                <a:cs typeface="Arial"/>
              </a:defRPr>
            </a:lvl1pPr>
            <a:lvl2pPr algn="ctr">
              <a:defRPr sz="1125" b="1" i="0">
                <a:solidFill>
                  <a:srgbClr val="C48772"/>
                </a:solidFill>
                <a:latin typeface="Arial"/>
                <a:ea typeface="Arial"/>
                <a:cs typeface="Arial"/>
              </a:defRPr>
            </a:lvl2pPr>
            <a:lvl3pPr algn="ctr">
              <a:defRPr sz="1125" b="1" i="0">
                <a:solidFill>
                  <a:srgbClr val="C48772"/>
                </a:solidFill>
                <a:latin typeface="Arial"/>
                <a:ea typeface="Arial"/>
                <a:cs typeface="Arial"/>
              </a:defRPr>
            </a:lvl3pPr>
            <a:lvl4pPr algn="ctr">
              <a:defRPr sz="1125" b="1" i="0">
                <a:solidFill>
                  <a:srgbClr val="C48772"/>
                </a:solidFill>
                <a:latin typeface="Arial"/>
                <a:ea typeface="Arial"/>
                <a:cs typeface="Arial"/>
              </a:defRPr>
            </a:lvl4pPr>
            <a:lvl5pPr algn="ctr">
              <a:defRPr sz="1125" b="1" i="0">
                <a:solidFill>
                  <a:srgbClr val="C48772"/>
                </a:solidFill>
                <a:latin typeface="Arial"/>
                <a:ea typeface="Arial"/>
                <a:cs typeface="Arial"/>
              </a:defRPr>
            </a:lvl5pPr>
            <a:lvl6pPr algn="ctr">
              <a:defRPr sz="1125" b="1" i="0">
                <a:solidFill>
                  <a:srgbClr val="C48772"/>
                </a:solidFill>
                <a:latin typeface="Arial"/>
                <a:ea typeface="Arial"/>
                <a:cs typeface="Arial"/>
              </a:defRPr>
            </a:lvl6pPr>
            <a:lvl7pPr algn="ctr">
              <a:defRPr sz="1125" b="1" i="0">
                <a:solidFill>
                  <a:srgbClr val="C48772"/>
                </a:solidFill>
                <a:latin typeface="Arial"/>
                <a:ea typeface="Arial"/>
                <a:cs typeface="Arial"/>
              </a:defRPr>
            </a:lvl7pPr>
            <a:lvl8pPr algn="ctr">
              <a:defRPr sz="1125" b="1" i="0">
                <a:solidFill>
                  <a:srgbClr val="C48772"/>
                </a:solidFill>
                <a:latin typeface="Arial"/>
                <a:ea typeface="Arial"/>
                <a:cs typeface="Arial"/>
              </a:defRPr>
            </a:lvl8pPr>
            <a:lvl9pPr algn="ctr">
              <a:defRPr sz="1125" b="1" i="0">
                <a:solidFill>
                  <a:srgbClr val="C48772"/>
                </a:solidFill>
                <a:latin typeface="Arial"/>
                <a:ea typeface="Arial"/>
                <a:cs typeface="Arial"/>
              </a:defRPr>
            </a:lvl9pPr>
          </a:lstStyle>
          <a:p>
            <a:pPr algn="ctr">
              <a:defRPr sz="1125" b="1" i="0">
                <a:solidFill>
                  <a:srgbClr val="C48772"/>
                </a:solidFill>
                <a:latin typeface="Arial"/>
                <a:ea typeface="Arial"/>
                <a:cs typeface="Arial"/>
              </a:defRPr>
            </a:pPr>
            <a:r>
              <a:rPr sz="1125" b="1" i="0">
                <a:solidFill>
                  <a:srgbClr val="C48772"/>
                </a:solidFill>
                <a:latin typeface="Arial"/>
                <a:ea typeface="Arial"/>
                <a:cs typeface="Arial"/>
              </a:rPr>
              <a:t>ENGINEERING GATE</a:t>
            </a:r>
          </a:p>
        </p:txBody>
      </p:sp>
      <p:sp>
        <p:nvSpPr>
          <p:cNvPr id="21" name="Rectangle 20">
            <a:extLst>
              <a:ext uri="{FF2B5EF4-FFF2-40B4-BE49-F238E27FC236}">
                <a16:creationId xmlns:a16="http://schemas.microsoft.com/office/drawing/2014/main" id="{BC5B4E19-5815-4203-8FDC-615AE90CCA4E}"/>
              </a:ext>
            </a:extLst>
          </p:cNvPr>
          <p:cNvSpPr>
            <a:spLocks noGrp="1"/>
          </p:cNvSpPr>
          <p:nvPr/>
        </p:nvSpPr>
        <p:spPr>
          <a:xfrm>
            <a:off x="4305300" y="5448300"/>
            <a:ext cx="2400300" cy="552450"/>
          </a:xfrm>
          <a:prstGeom prst="rect">
            <a:avLst/>
          </a:prstGeom>
          <a:noFill/>
          <a:ln w="0">
            <a:noFill/>
            <a:prstDash val="solid"/>
          </a:ln>
        </p:spPr>
        <p:txBody>
          <a:bodyPr wrap="square" lIns="0" tIns="0" rIns="0" bIns="0" anchor="t">
            <a:noAutofit/>
          </a:bodyPr>
          <a:lstStyle>
            <a:defPPr algn="ctr">
              <a:defRPr sz="1275" b="0" i="0">
                <a:solidFill>
                  <a:srgbClr val="4E5B53"/>
                </a:solidFill>
                <a:latin typeface="Arial"/>
                <a:ea typeface="Arial"/>
                <a:cs typeface="Arial"/>
              </a:defRPr>
            </a:defPPr>
            <a:lvl1pPr algn="ctr">
              <a:defRPr sz="1275" b="0" i="0">
                <a:solidFill>
                  <a:srgbClr val="4E5B53"/>
                </a:solidFill>
                <a:latin typeface="Arial"/>
                <a:ea typeface="Arial"/>
                <a:cs typeface="Arial"/>
              </a:defRPr>
            </a:lvl1pPr>
            <a:lvl2pPr algn="ctr">
              <a:defRPr sz="1275" b="0" i="0">
                <a:solidFill>
                  <a:srgbClr val="4E5B53"/>
                </a:solidFill>
                <a:latin typeface="Arial"/>
                <a:ea typeface="Arial"/>
                <a:cs typeface="Arial"/>
              </a:defRPr>
            </a:lvl2pPr>
            <a:lvl3pPr algn="ctr">
              <a:defRPr sz="1275" b="0" i="0">
                <a:solidFill>
                  <a:srgbClr val="4E5B53"/>
                </a:solidFill>
                <a:latin typeface="Arial"/>
                <a:ea typeface="Arial"/>
                <a:cs typeface="Arial"/>
              </a:defRPr>
            </a:lvl3pPr>
            <a:lvl4pPr algn="ctr">
              <a:defRPr sz="1275" b="0" i="0">
                <a:solidFill>
                  <a:srgbClr val="4E5B53"/>
                </a:solidFill>
                <a:latin typeface="Arial"/>
                <a:ea typeface="Arial"/>
                <a:cs typeface="Arial"/>
              </a:defRPr>
            </a:lvl4pPr>
            <a:lvl5pPr algn="ctr">
              <a:defRPr sz="1275" b="0" i="0">
                <a:solidFill>
                  <a:srgbClr val="4E5B53"/>
                </a:solidFill>
                <a:latin typeface="Arial"/>
                <a:ea typeface="Arial"/>
                <a:cs typeface="Arial"/>
              </a:defRPr>
            </a:lvl5pPr>
            <a:lvl6pPr algn="ctr">
              <a:defRPr sz="1275" b="0" i="0">
                <a:solidFill>
                  <a:srgbClr val="4E5B53"/>
                </a:solidFill>
                <a:latin typeface="Arial"/>
                <a:ea typeface="Arial"/>
                <a:cs typeface="Arial"/>
              </a:defRPr>
            </a:lvl6pPr>
            <a:lvl7pPr algn="ctr">
              <a:defRPr sz="1275" b="0" i="0">
                <a:solidFill>
                  <a:srgbClr val="4E5B53"/>
                </a:solidFill>
                <a:latin typeface="Arial"/>
                <a:ea typeface="Arial"/>
                <a:cs typeface="Arial"/>
              </a:defRPr>
            </a:lvl7pPr>
            <a:lvl8pPr algn="ctr">
              <a:defRPr sz="1275" b="0" i="0">
                <a:solidFill>
                  <a:srgbClr val="4E5B53"/>
                </a:solidFill>
                <a:latin typeface="Arial"/>
                <a:ea typeface="Arial"/>
                <a:cs typeface="Arial"/>
              </a:defRPr>
            </a:lvl8pPr>
            <a:lvl9pPr algn="ctr">
              <a:defRPr sz="1275" b="0" i="0">
                <a:solidFill>
                  <a:srgbClr val="4E5B53"/>
                </a:solidFill>
                <a:latin typeface="Arial"/>
                <a:ea typeface="Arial"/>
                <a:cs typeface="Arial"/>
              </a:defRPr>
            </a:lvl9pPr>
          </a:lstStyle>
          <a:p>
            <a:pPr algn="ctr">
              <a:defRPr sz="1275" b="0" i="0">
                <a:solidFill>
                  <a:srgbClr val="4E5B53"/>
                </a:solidFill>
                <a:latin typeface="Arial"/>
                <a:ea typeface="Arial"/>
                <a:cs typeface="Arial"/>
              </a:defRPr>
            </a:pPr>
            <a:r>
              <a:rPr sz="1275" b="0" i="0">
                <a:solidFill>
                  <a:srgbClr val="4E5B53"/>
                </a:solidFill>
                <a:latin typeface="Arial"/>
                <a:ea typeface="Arial"/>
                <a:cs typeface="Arial"/>
              </a:rPr>
              <a:t>Specify vehicle body, loader, payload and safety controls together.</a:t>
            </a:r>
          </a:p>
        </p:txBody>
      </p:sp>
      <p:sp>
        <p:nvSpPr>
          <p:cNvPr id="22" name="Oval 21">
            <a:extLst>
              <a:ext uri="{FF2B5EF4-FFF2-40B4-BE49-F238E27FC236}">
                <a16:creationId xmlns:a16="http://schemas.microsoft.com/office/drawing/2014/main" id="{9EF5323D-AC91-4404-9243-EAD94E1598DF}"/>
              </a:ext>
            </a:extLst>
          </p:cNvPr>
          <p:cNvSpPr>
            <a:spLocks noGrp="1"/>
          </p:cNvSpPr>
          <p:nvPr/>
        </p:nvSpPr>
        <p:spPr>
          <a:xfrm>
            <a:off x="7200900" y="2171700"/>
            <a:ext cx="114300" cy="114300"/>
          </a:xfrm>
          <a:prstGeom prst="ellipse">
            <a:avLst/>
          </a:prstGeom>
          <a:solidFill>
            <a:srgbClr val="82977F"/>
          </a:solidFill>
          <a:ln w="0">
            <a:noFill/>
            <a:prstDash val="solid"/>
          </a:ln>
        </p:spPr>
      </p:sp>
      <p:sp>
        <p:nvSpPr>
          <p:cNvPr id="23" name="Rectangle 22">
            <a:extLst>
              <a:ext uri="{FF2B5EF4-FFF2-40B4-BE49-F238E27FC236}">
                <a16:creationId xmlns:a16="http://schemas.microsoft.com/office/drawing/2014/main" id="{4F071017-7501-42F4-A4C6-38DF2403A1C8}"/>
              </a:ext>
            </a:extLst>
          </p:cNvPr>
          <p:cNvSpPr>
            <a:spLocks noGrp="1"/>
          </p:cNvSpPr>
          <p:nvPr/>
        </p:nvSpPr>
        <p:spPr>
          <a:xfrm>
            <a:off x="7467600" y="2105025"/>
            <a:ext cx="3905250" cy="295275"/>
          </a:xfrm>
          <a:prstGeom prst="rect">
            <a:avLst/>
          </a:prstGeom>
          <a:noFill/>
          <a:ln w="0">
            <a:noFill/>
            <a:prstDash val="solid"/>
          </a:ln>
        </p:spPr>
        <p:txBody>
          <a:bodyPr wrap="square" lIns="0" tIns="0" rIns="0" bIns="0" anchor="t">
            <a:noAutofit/>
          </a:bodyPr>
          <a:lstStyle>
            <a:defPPr algn="l">
              <a:defRPr sz="1725" b="1" i="0">
                <a:solidFill>
                  <a:srgbClr val="17231D"/>
                </a:solidFill>
                <a:latin typeface="Arial"/>
                <a:ea typeface="Arial"/>
                <a:cs typeface="Arial"/>
              </a:defRPr>
            </a:defPPr>
            <a:lvl1pPr algn="l">
              <a:defRPr sz="1725" b="1" i="0">
                <a:solidFill>
                  <a:srgbClr val="17231D"/>
                </a:solidFill>
                <a:latin typeface="Arial"/>
                <a:ea typeface="Arial"/>
                <a:cs typeface="Arial"/>
              </a:defRPr>
            </a:lvl1pPr>
            <a:lvl2pPr algn="l">
              <a:defRPr sz="1725" b="1" i="0">
                <a:solidFill>
                  <a:srgbClr val="17231D"/>
                </a:solidFill>
                <a:latin typeface="Arial"/>
                <a:ea typeface="Arial"/>
                <a:cs typeface="Arial"/>
              </a:defRPr>
            </a:lvl2pPr>
            <a:lvl3pPr algn="l">
              <a:defRPr sz="1725" b="1" i="0">
                <a:solidFill>
                  <a:srgbClr val="17231D"/>
                </a:solidFill>
                <a:latin typeface="Arial"/>
                <a:ea typeface="Arial"/>
                <a:cs typeface="Arial"/>
              </a:defRPr>
            </a:lvl3pPr>
            <a:lvl4pPr algn="l">
              <a:defRPr sz="1725" b="1" i="0">
                <a:solidFill>
                  <a:srgbClr val="17231D"/>
                </a:solidFill>
                <a:latin typeface="Arial"/>
                <a:ea typeface="Arial"/>
                <a:cs typeface="Arial"/>
              </a:defRPr>
            </a:lvl4pPr>
            <a:lvl5pPr algn="l">
              <a:defRPr sz="1725" b="1" i="0">
                <a:solidFill>
                  <a:srgbClr val="17231D"/>
                </a:solidFill>
                <a:latin typeface="Arial"/>
                <a:ea typeface="Arial"/>
                <a:cs typeface="Arial"/>
              </a:defRPr>
            </a:lvl5pPr>
            <a:lvl6pPr algn="l">
              <a:defRPr sz="1725" b="1" i="0">
                <a:solidFill>
                  <a:srgbClr val="17231D"/>
                </a:solidFill>
                <a:latin typeface="Arial"/>
                <a:ea typeface="Arial"/>
                <a:cs typeface="Arial"/>
              </a:defRPr>
            </a:lvl6pPr>
            <a:lvl7pPr algn="l">
              <a:defRPr sz="1725" b="1" i="0">
                <a:solidFill>
                  <a:srgbClr val="17231D"/>
                </a:solidFill>
                <a:latin typeface="Arial"/>
                <a:ea typeface="Arial"/>
                <a:cs typeface="Arial"/>
              </a:defRPr>
            </a:lvl7pPr>
            <a:lvl8pPr algn="l">
              <a:defRPr sz="1725" b="1" i="0">
                <a:solidFill>
                  <a:srgbClr val="17231D"/>
                </a:solidFill>
                <a:latin typeface="Arial"/>
                <a:ea typeface="Arial"/>
                <a:cs typeface="Arial"/>
              </a:defRPr>
            </a:lvl8pPr>
            <a:lvl9pPr algn="l">
              <a:defRPr sz="1725" b="1" i="0">
                <a:solidFill>
                  <a:srgbClr val="17231D"/>
                </a:solidFill>
                <a:latin typeface="Arial"/>
                <a:ea typeface="Arial"/>
                <a:cs typeface="Arial"/>
              </a:defRPr>
            </a:lvl9pPr>
          </a:lstStyle>
          <a:p>
            <a:pPr algn="l">
              <a:defRPr sz="1725" b="1" i="0">
                <a:solidFill>
                  <a:srgbClr val="17231D"/>
                </a:solidFill>
                <a:latin typeface="Arial"/>
                <a:ea typeface="Arial"/>
                <a:cs typeface="Arial"/>
              </a:defRPr>
            </a:pPr>
            <a:r>
              <a:rPr sz="1725" b="1" i="0">
                <a:solidFill>
                  <a:srgbClr val="17231D"/>
                </a:solidFill>
                <a:latin typeface="Arial"/>
                <a:ea typeface="Arial"/>
                <a:cs typeface="Arial"/>
              </a:rPr>
              <a:t>Collection trigger</a:t>
            </a:r>
          </a:p>
        </p:txBody>
      </p:sp>
      <p:sp>
        <p:nvSpPr>
          <p:cNvPr id="24" name="Rectangle 23">
            <a:extLst>
              <a:ext uri="{FF2B5EF4-FFF2-40B4-BE49-F238E27FC236}">
                <a16:creationId xmlns:a16="http://schemas.microsoft.com/office/drawing/2014/main" id="{27A9B3CB-22FD-4B75-97FD-B39BB4140B10}"/>
              </a:ext>
            </a:extLst>
          </p:cNvPr>
          <p:cNvSpPr>
            <a:spLocks noGrp="1"/>
          </p:cNvSpPr>
          <p:nvPr/>
        </p:nvSpPr>
        <p:spPr>
          <a:xfrm>
            <a:off x="7467600" y="2457450"/>
            <a:ext cx="3943350" cy="742950"/>
          </a:xfrm>
          <a:prstGeom prst="rect">
            <a:avLst/>
          </a:prstGeom>
          <a:noFill/>
          <a:ln w="0">
            <a:noFill/>
            <a:prstDash val="solid"/>
          </a:ln>
        </p:spPr>
        <p:txBody>
          <a:bodyPr wrap="square" lIns="0" tIns="0" rIns="0" bIns="0" anchor="t">
            <a:noAutofit/>
          </a:bodyPr>
          <a:lstStyle>
            <a:defPPr algn="l">
              <a:defRPr sz="1500" b="0" i="0">
                <a:solidFill>
                  <a:srgbClr val="4E5B53"/>
                </a:solidFill>
                <a:latin typeface="Arial"/>
                <a:ea typeface="Arial"/>
                <a:cs typeface="Arial"/>
              </a:defRPr>
            </a:defPPr>
            <a:lvl1pPr algn="l">
              <a:defRPr sz="1500" b="0" i="0">
                <a:solidFill>
                  <a:srgbClr val="4E5B53"/>
                </a:solidFill>
                <a:latin typeface="Arial"/>
                <a:ea typeface="Arial"/>
                <a:cs typeface="Arial"/>
              </a:defRPr>
            </a:lvl1pPr>
            <a:lvl2pPr algn="l">
              <a:defRPr sz="1500" b="0" i="0">
                <a:solidFill>
                  <a:srgbClr val="4E5B53"/>
                </a:solidFill>
                <a:latin typeface="Arial"/>
                <a:ea typeface="Arial"/>
                <a:cs typeface="Arial"/>
              </a:defRPr>
            </a:lvl2pPr>
            <a:lvl3pPr algn="l">
              <a:defRPr sz="1500" b="0" i="0">
                <a:solidFill>
                  <a:srgbClr val="4E5B53"/>
                </a:solidFill>
                <a:latin typeface="Arial"/>
                <a:ea typeface="Arial"/>
                <a:cs typeface="Arial"/>
              </a:defRPr>
            </a:lvl3pPr>
            <a:lvl4pPr algn="l">
              <a:defRPr sz="1500" b="0" i="0">
                <a:solidFill>
                  <a:srgbClr val="4E5B53"/>
                </a:solidFill>
                <a:latin typeface="Arial"/>
                <a:ea typeface="Arial"/>
                <a:cs typeface="Arial"/>
              </a:defRPr>
            </a:lvl4pPr>
            <a:lvl5pPr algn="l">
              <a:defRPr sz="1500" b="0" i="0">
                <a:solidFill>
                  <a:srgbClr val="4E5B53"/>
                </a:solidFill>
                <a:latin typeface="Arial"/>
                <a:ea typeface="Arial"/>
                <a:cs typeface="Arial"/>
              </a:defRPr>
            </a:lvl5pPr>
            <a:lvl6pPr algn="l">
              <a:defRPr sz="1500" b="0" i="0">
                <a:solidFill>
                  <a:srgbClr val="4E5B53"/>
                </a:solidFill>
                <a:latin typeface="Arial"/>
                <a:ea typeface="Arial"/>
                <a:cs typeface="Arial"/>
              </a:defRPr>
            </a:lvl6pPr>
            <a:lvl7pPr algn="l">
              <a:defRPr sz="1500" b="0" i="0">
                <a:solidFill>
                  <a:srgbClr val="4E5B53"/>
                </a:solidFill>
                <a:latin typeface="Arial"/>
                <a:ea typeface="Arial"/>
                <a:cs typeface="Arial"/>
              </a:defRPr>
            </a:lvl7pPr>
            <a:lvl8pPr algn="l">
              <a:defRPr sz="1500" b="0" i="0">
                <a:solidFill>
                  <a:srgbClr val="4E5B53"/>
                </a:solidFill>
                <a:latin typeface="Arial"/>
                <a:ea typeface="Arial"/>
                <a:cs typeface="Arial"/>
              </a:defRPr>
            </a:lvl8pPr>
            <a:lvl9pPr algn="l">
              <a:defRPr sz="1500" b="0" i="0">
                <a:solidFill>
                  <a:srgbClr val="4E5B53"/>
                </a:solidFill>
                <a:latin typeface="Arial"/>
                <a:ea typeface="Arial"/>
                <a:cs typeface="Arial"/>
              </a:defRPr>
            </a:lvl9pPr>
          </a:lstStyle>
          <a:p>
            <a:pPr algn="l">
              <a:defRPr sz="1500" b="0" i="0">
                <a:solidFill>
                  <a:srgbClr val="4E5B53"/>
                </a:solidFill>
                <a:latin typeface="Arial"/>
                <a:ea typeface="Arial"/>
                <a:cs typeface="Arial"/>
              </a:defRPr>
            </a:pPr>
            <a:r>
              <a:rPr sz="1500" b="0" i="0">
                <a:solidFill>
                  <a:srgbClr val="4E5B53"/>
                </a:solidFill>
                <a:latin typeface="Arial"/>
                <a:ea typeface="Arial"/>
                <a:cs typeface="Arial"/>
              </a:rPr>
              <a:t>Set fill thresholds and decide how staff review resident reports before a pickup.</a:t>
            </a:r>
          </a:p>
        </p:txBody>
      </p:sp>
      <p:sp>
        <p:nvSpPr>
          <p:cNvPr id="25" name="Oval 24">
            <a:extLst>
              <a:ext uri="{FF2B5EF4-FFF2-40B4-BE49-F238E27FC236}">
                <a16:creationId xmlns:a16="http://schemas.microsoft.com/office/drawing/2014/main" id="{5BD87B64-C729-4B8E-8608-0641375FF965}"/>
              </a:ext>
            </a:extLst>
          </p:cNvPr>
          <p:cNvSpPr>
            <a:spLocks noGrp="1"/>
          </p:cNvSpPr>
          <p:nvPr/>
        </p:nvSpPr>
        <p:spPr>
          <a:xfrm>
            <a:off x="7200900" y="3371850"/>
            <a:ext cx="114300" cy="114300"/>
          </a:xfrm>
          <a:prstGeom prst="ellipse">
            <a:avLst/>
          </a:prstGeom>
          <a:solidFill>
            <a:srgbClr val="9FB5A7"/>
          </a:solidFill>
          <a:ln w="0">
            <a:noFill/>
            <a:prstDash val="solid"/>
          </a:ln>
        </p:spPr>
      </p:sp>
      <p:sp>
        <p:nvSpPr>
          <p:cNvPr id="26" name="Rectangle 25">
            <a:extLst>
              <a:ext uri="{FF2B5EF4-FFF2-40B4-BE49-F238E27FC236}">
                <a16:creationId xmlns:a16="http://schemas.microsoft.com/office/drawing/2014/main" id="{2B0690E6-3DFE-4359-9129-FC66AF679713}"/>
              </a:ext>
            </a:extLst>
          </p:cNvPr>
          <p:cNvSpPr>
            <a:spLocks noGrp="1"/>
          </p:cNvSpPr>
          <p:nvPr/>
        </p:nvSpPr>
        <p:spPr>
          <a:xfrm>
            <a:off x="7467600" y="3305175"/>
            <a:ext cx="3905250" cy="295275"/>
          </a:xfrm>
          <a:prstGeom prst="rect">
            <a:avLst/>
          </a:prstGeom>
          <a:noFill/>
          <a:ln w="0">
            <a:noFill/>
            <a:prstDash val="solid"/>
          </a:ln>
        </p:spPr>
        <p:txBody>
          <a:bodyPr wrap="square" lIns="0" tIns="0" rIns="0" bIns="0" anchor="t">
            <a:noAutofit/>
          </a:bodyPr>
          <a:lstStyle>
            <a:defPPr algn="l">
              <a:defRPr sz="1725" b="1" i="0">
                <a:solidFill>
                  <a:srgbClr val="17231D"/>
                </a:solidFill>
                <a:latin typeface="Arial"/>
                <a:ea typeface="Arial"/>
                <a:cs typeface="Arial"/>
              </a:defRPr>
            </a:defPPr>
            <a:lvl1pPr algn="l">
              <a:defRPr sz="1725" b="1" i="0">
                <a:solidFill>
                  <a:srgbClr val="17231D"/>
                </a:solidFill>
                <a:latin typeface="Arial"/>
                <a:ea typeface="Arial"/>
                <a:cs typeface="Arial"/>
              </a:defRPr>
            </a:lvl1pPr>
            <a:lvl2pPr algn="l">
              <a:defRPr sz="1725" b="1" i="0">
                <a:solidFill>
                  <a:srgbClr val="17231D"/>
                </a:solidFill>
                <a:latin typeface="Arial"/>
                <a:ea typeface="Arial"/>
                <a:cs typeface="Arial"/>
              </a:defRPr>
            </a:lvl2pPr>
            <a:lvl3pPr algn="l">
              <a:defRPr sz="1725" b="1" i="0">
                <a:solidFill>
                  <a:srgbClr val="17231D"/>
                </a:solidFill>
                <a:latin typeface="Arial"/>
                <a:ea typeface="Arial"/>
                <a:cs typeface="Arial"/>
              </a:defRPr>
            </a:lvl3pPr>
            <a:lvl4pPr algn="l">
              <a:defRPr sz="1725" b="1" i="0">
                <a:solidFill>
                  <a:srgbClr val="17231D"/>
                </a:solidFill>
                <a:latin typeface="Arial"/>
                <a:ea typeface="Arial"/>
                <a:cs typeface="Arial"/>
              </a:defRPr>
            </a:lvl4pPr>
            <a:lvl5pPr algn="l">
              <a:defRPr sz="1725" b="1" i="0">
                <a:solidFill>
                  <a:srgbClr val="17231D"/>
                </a:solidFill>
                <a:latin typeface="Arial"/>
                <a:ea typeface="Arial"/>
                <a:cs typeface="Arial"/>
              </a:defRPr>
            </a:lvl5pPr>
            <a:lvl6pPr algn="l">
              <a:defRPr sz="1725" b="1" i="0">
                <a:solidFill>
                  <a:srgbClr val="17231D"/>
                </a:solidFill>
                <a:latin typeface="Arial"/>
                <a:ea typeface="Arial"/>
                <a:cs typeface="Arial"/>
              </a:defRPr>
            </a:lvl6pPr>
            <a:lvl7pPr algn="l">
              <a:defRPr sz="1725" b="1" i="0">
                <a:solidFill>
                  <a:srgbClr val="17231D"/>
                </a:solidFill>
                <a:latin typeface="Arial"/>
                <a:ea typeface="Arial"/>
                <a:cs typeface="Arial"/>
              </a:defRPr>
            </a:lvl7pPr>
            <a:lvl8pPr algn="l">
              <a:defRPr sz="1725" b="1" i="0">
                <a:solidFill>
                  <a:srgbClr val="17231D"/>
                </a:solidFill>
                <a:latin typeface="Arial"/>
                <a:ea typeface="Arial"/>
                <a:cs typeface="Arial"/>
              </a:defRPr>
            </a:lvl8pPr>
            <a:lvl9pPr algn="l">
              <a:defRPr sz="1725" b="1" i="0">
                <a:solidFill>
                  <a:srgbClr val="17231D"/>
                </a:solidFill>
                <a:latin typeface="Arial"/>
                <a:ea typeface="Arial"/>
                <a:cs typeface="Arial"/>
              </a:defRPr>
            </a:lvl9pPr>
          </a:lstStyle>
          <a:p>
            <a:pPr algn="l">
              <a:defRPr sz="1725" b="1" i="0">
                <a:solidFill>
                  <a:srgbClr val="17231D"/>
                </a:solidFill>
                <a:latin typeface="Arial"/>
                <a:ea typeface="Arial"/>
                <a:cs typeface="Arial"/>
              </a:defRPr>
            </a:pPr>
            <a:r>
              <a:rPr sz="1725" b="1" i="0">
                <a:solidFill>
                  <a:srgbClr val="17231D"/>
                </a:solidFill>
                <a:latin typeface="Arial"/>
                <a:ea typeface="Arial"/>
                <a:cs typeface="Arial"/>
              </a:rPr>
              <a:t>Fleet route</a:t>
            </a:r>
          </a:p>
        </p:txBody>
      </p:sp>
      <p:sp>
        <p:nvSpPr>
          <p:cNvPr id="27" name="Rectangle 26">
            <a:extLst>
              <a:ext uri="{FF2B5EF4-FFF2-40B4-BE49-F238E27FC236}">
                <a16:creationId xmlns:a16="http://schemas.microsoft.com/office/drawing/2014/main" id="{D62E016B-4DB6-4049-8565-022A598E85B0}"/>
              </a:ext>
            </a:extLst>
          </p:cNvPr>
          <p:cNvSpPr>
            <a:spLocks noGrp="1"/>
          </p:cNvSpPr>
          <p:nvPr/>
        </p:nvSpPr>
        <p:spPr>
          <a:xfrm>
            <a:off x="7467600" y="3657600"/>
            <a:ext cx="3943350" cy="742950"/>
          </a:xfrm>
          <a:prstGeom prst="rect">
            <a:avLst/>
          </a:prstGeom>
          <a:noFill/>
          <a:ln w="0">
            <a:noFill/>
            <a:prstDash val="solid"/>
          </a:ln>
        </p:spPr>
        <p:txBody>
          <a:bodyPr wrap="square" lIns="0" tIns="0" rIns="0" bIns="0" anchor="t">
            <a:noAutofit/>
          </a:bodyPr>
          <a:lstStyle>
            <a:defPPr algn="l">
              <a:defRPr sz="1500" b="0" i="0">
                <a:solidFill>
                  <a:srgbClr val="4E5B53"/>
                </a:solidFill>
                <a:latin typeface="Arial"/>
                <a:ea typeface="Arial"/>
                <a:cs typeface="Arial"/>
              </a:defRPr>
            </a:defPPr>
            <a:lvl1pPr algn="l">
              <a:defRPr sz="1500" b="0" i="0">
                <a:solidFill>
                  <a:srgbClr val="4E5B53"/>
                </a:solidFill>
                <a:latin typeface="Arial"/>
                <a:ea typeface="Arial"/>
                <a:cs typeface="Arial"/>
              </a:defRPr>
            </a:lvl1pPr>
            <a:lvl2pPr algn="l">
              <a:defRPr sz="1500" b="0" i="0">
                <a:solidFill>
                  <a:srgbClr val="4E5B53"/>
                </a:solidFill>
                <a:latin typeface="Arial"/>
                <a:ea typeface="Arial"/>
                <a:cs typeface="Arial"/>
              </a:defRPr>
            </a:lvl2pPr>
            <a:lvl3pPr algn="l">
              <a:defRPr sz="1500" b="0" i="0">
                <a:solidFill>
                  <a:srgbClr val="4E5B53"/>
                </a:solidFill>
                <a:latin typeface="Arial"/>
                <a:ea typeface="Arial"/>
                <a:cs typeface="Arial"/>
              </a:defRPr>
            </a:lvl3pPr>
            <a:lvl4pPr algn="l">
              <a:defRPr sz="1500" b="0" i="0">
                <a:solidFill>
                  <a:srgbClr val="4E5B53"/>
                </a:solidFill>
                <a:latin typeface="Arial"/>
                <a:ea typeface="Arial"/>
                <a:cs typeface="Arial"/>
              </a:defRPr>
            </a:lvl4pPr>
            <a:lvl5pPr algn="l">
              <a:defRPr sz="1500" b="0" i="0">
                <a:solidFill>
                  <a:srgbClr val="4E5B53"/>
                </a:solidFill>
                <a:latin typeface="Arial"/>
                <a:ea typeface="Arial"/>
                <a:cs typeface="Arial"/>
              </a:defRPr>
            </a:lvl5pPr>
            <a:lvl6pPr algn="l">
              <a:defRPr sz="1500" b="0" i="0">
                <a:solidFill>
                  <a:srgbClr val="4E5B53"/>
                </a:solidFill>
                <a:latin typeface="Arial"/>
                <a:ea typeface="Arial"/>
                <a:cs typeface="Arial"/>
              </a:defRPr>
            </a:lvl6pPr>
            <a:lvl7pPr algn="l">
              <a:defRPr sz="1500" b="0" i="0">
                <a:solidFill>
                  <a:srgbClr val="4E5B53"/>
                </a:solidFill>
                <a:latin typeface="Arial"/>
                <a:ea typeface="Arial"/>
                <a:cs typeface="Arial"/>
              </a:defRPr>
            </a:lvl7pPr>
            <a:lvl8pPr algn="l">
              <a:defRPr sz="1500" b="0" i="0">
                <a:solidFill>
                  <a:srgbClr val="4E5B53"/>
                </a:solidFill>
                <a:latin typeface="Arial"/>
                <a:ea typeface="Arial"/>
                <a:cs typeface="Arial"/>
              </a:defRPr>
            </a:lvl8pPr>
            <a:lvl9pPr algn="l">
              <a:defRPr sz="1500" b="0" i="0">
                <a:solidFill>
                  <a:srgbClr val="4E5B53"/>
                </a:solidFill>
                <a:latin typeface="Arial"/>
                <a:ea typeface="Arial"/>
                <a:cs typeface="Arial"/>
              </a:defRPr>
            </a:lvl9pPr>
          </a:lstStyle>
          <a:p>
            <a:pPr algn="l">
              <a:defRPr sz="1500" b="0" i="0">
                <a:solidFill>
                  <a:srgbClr val="4E5B53"/>
                </a:solidFill>
                <a:latin typeface="Arial"/>
                <a:ea typeface="Arial"/>
                <a:cs typeface="Arial"/>
              </a:defRPr>
            </a:pPr>
            <a:r>
              <a:rPr sz="1500" b="0" i="0">
                <a:solidFill>
                  <a:srgbClr val="4E5B53"/>
                </a:solidFill>
                <a:latin typeface="Arial"/>
                <a:ea typeface="Arial"/>
                <a:cs typeface="Arial"/>
              </a:rPr>
              <a:t>Account for material type, access, vehicle capacity, operating hours and distance.</a:t>
            </a:r>
          </a:p>
        </p:txBody>
      </p:sp>
      <p:sp>
        <p:nvSpPr>
          <p:cNvPr id="28" name="Oval 27">
            <a:extLst>
              <a:ext uri="{FF2B5EF4-FFF2-40B4-BE49-F238E27FC236}">
                <a16:creationId xmlns:a16="http://schemas.microsoft.com/office/drawing/2014/main" id="{45C03E11-30E4-4659-9308-C9F2EB4DFE3C}"/>
              </a:ext>
            </a:extLst>
          </p:cNvPr>
          <p:cNvSpPr>
            <a:spLocks noGrp="1"/>
          </p:cNvSpPr>
          <p:nvPr/>
        </p:nvSpPr>
        <p:spPr>
          <a:xfrm>
            <a:off x="7200900" y="4572000"/>
            <a:ext cx="114300" cy="114300"/>
          </a:xfrm>
          <a:prstGeom prst="ellipse">
            <a:avLst/>
          </a:prstGeom>
          <a:solidFill>
            <a:srgbClr val="1D4B3A"/>
          </a:solidFill>
          <a:ln w="0">
            <a:noFill/>
            <a:prstDash val="solid"/>
          </a:ln>
        </p:spPr>
      </p:sp>
      <p:sp>
        <p:nvSpPr>
          <p:cNvPr id="29" name="Rectangle 28">
            <a:extLst>
              <a:ext uri="{FF2B5EF4-FFF2-40B4-BE49-F238E27FC236}">
                <a16:creationId xmlns:a16="http://schemas.microsoft.com/office/drawing/2014/main" id="{415B5EE9-D8E7-4E9B-8D88-2CC79132FB2F}"/>
              </a:ext>
            </a:extLst>
          </p:cNvPr>
          <p:cNvSpPr>
            <a:spLocks noGrp="1"/>
          </p:cNvSpPr>
          <p:nvPr/>
        </p:nvSpPr>
        <p:spPr>
          <a:xfrm>
            <a:off x="7467600" y="4505325"/>
            <a:ext cx="3905250" cy="295275"/>
          </a:xfrm>
          <a:prstGeom prst="rect">
            <a:avLst/>
          </a:prstGeom>
          <a:noFill/>
          <a:ln w="0">
            <a:noFill/>
            <a:prstDash val="solid"/>
          </a:ln>
        </p:spPr>
        <p:txBody>
          <a:bodyPr wrap="square" lIns="0" tIns="0" rIns="0" bIns="0" anchor="t">
            <a:noAutofit/>
          </a:bodyPr>
          <a:lstStyle>
            <a:defPPr algn="l">
              <a:defRPr sz="1725" b="1" i="0">
                <a:solidFill>
                  <a:srgbClr val="17231D"/>
                </a:solidFill>
                <a:latin typeface="Arial"/>
                <a:ea typeface="Arial"/>
                <a:cs typeface="Arial"/>
              </a:defRPr>
            </a:defPPr>
            <a:lvl1pPr algn="l">
              <a:defRPr sz="1725" b="1" i="0">
                <a:solidFill>
                  <a:srgbClr val="17231D"/>
                </a:solidFill>
                <a:latin typeface="Arial"/>
                <a:ea typeface="Arial"/>
                <a:cs typeface="Arial"/>
              </a:defRPr>
            </a:lvl1pPr>
            <a:lvl2pPr algn="l">
              <a:defRPr sz="1725" b="1" i="0">
                <a:solidFill>
                  <a:srgbClr val="17231D"/>
                </a:solidFill>
                <a:latin typeface="Arial"/>
                <a:ea typeface="Arial"/>
                <a:cs typeface="Arial"/>
              </a:defRPr>
            </a:lvl2pPr>
            <a:lvl3pPr algn="l">
              <a:defRPr sz="1725" b="1" i="0">
                <a:solidFill>
                  <a:srgbClr val="17231D"/>
                </a:solidFill>
                <a:latin typeface="Arial"/>
                <a:ea typeface="Arial"/>
                <a:cs typeface="Arial"/>
              </a:defRPr>
            </a:lvl3pPr>
            <a:lvl4pPr algn="l">
              <a:defRPr sz="1725" b="1" i="0">
                <a:solidFill>
                  <a:srgbClr val="17231D"/>
                </a:solidFill>
                <a:latin typeface="Arial"/>
                <a:ea typeface="Arial"/>
                <a:cs typeface="Arial"/>
              </a:defRPr>
            </a:lvl4pPr>
            <a:lvl5pPr algn="l">
              <a:defRPr sz="1725" b="1" i="0">
                <a:solidFill>
                  <a:srgbClr val="17231D"/>
                </a:solidFill>
                <a:latin typeface="Arial"/>
                <a:ea typeface="Arial"/>
                <a:cs typeface="Arial"/>
              </a:defRPr>
            </a:lvl5pPr>
            <a:lvl6pPr algn="l">
              <a:defRPr sz="1725" b="1" i="0">
                <a:solidFill>
                  <a:srgbClr val="17231D"/>
                </a:solidFill>
                <a:latin typeface="Arial"/>
                <a:ea typeface="Arial"/>
                <a:cs typeface="Arial"/>
              </a:defRPr>
            </a:lvl6pPr>
            <a:lvl7pPr algn="l">
              <a:defRPr sz="1725" b="1" i="0">
                <a:solidFill>
                  <a:srgbClr val="17231D"/>
                </a:solidFill>
                <a:latin typeface="Arial"/>
                <a:ea typeface="Arial"/>
                <a:cs typeface="Arial"/>
              </a:defRPr>
            </a:lvl7pPr>
            <a:lvl8pPr algn="l">
              <a:defRPr sz="1725" b="1" i="0">
                <a:solidFill>
                  <a:srgbClr val="17231D"/>
                </a:solidFill>
                <a:latin typeface="Arial"/>
                <a:ea typeface="Arial"/>
                <a:cs typeface="Arial"/>
              </a:defRPr>
            </a:lvl8pPr>
            <a:lvl9pPr algn="l">
              <a:defRPr sz="1725" b="1" i="0">
                <a:solidFill>
                  <a:srgbClr val="17231D"/>
                </a:solidFill>
                <a:latin typeface="Arial"/>
                <a:ea typeface="Arial"/>
                <a:cs typeface="Arial"/>
              </a:defRPr>
            </a:lvl9pPr>
          </a:lstStyle>
          <a:p>
            <a:pPr algn="l">
              <a:defRPr sz="1725" b="1" i="0">
                <a:solidFill>
                  <a:srgbClr val="17231D"/>
                </a:solidFill>
                <a:latin typeface="Arial"/>
                <a:ea typeface="Arial"/>
                <a:cs typeface="Arial"/>
              </a:defRPr>
            </a:pPr>
            <a:r>
              <a:rPr sz="1725" b="1" i="0">
                <a:solidFill>
                  <a:srgbClr val="17231D"/>
                </a:solidFill>
                <a:latin typeface="Arial"/>
                <a:ea typeface="Arial"/>
                <a:cs typeface="Arial"/>
              </a:rPr>
              <a:t>Vehicle design</a:t>
            </a:r>
          </a:p>
        </p:txBody>
      </p:sp>
      <p:sp>
        <p:nvSpPr>
          <p:cNvPr id="30" name="Rectangle 29">
            <a:extLst>
              <a:ext uri="{FF2B5EF4-FFF2-40B4-BE49-F238E27FC236}">
                <a16:creationId xmlns:a16="http://schemas.microsoft.com/office/drawing/2014/main" id="{84E5FD58-A72B-40D4-9E98-5F751205A198}"/>
              </a:ext>
            </a:extLst>
          </p:cNvPr>
          <p:cNvSpPr>
            <a:spLocks noGrp="1"/>
          </p:cNvSpPr>
          <p:nvPr/>
        </p:nvSpPr>
        <p:spPr>
          <a:xfrm>
            <a:off x="7467600" y="4857750"/>
            <a:ext cx="3943350" cy="742950"/>
          </a:xfrm>
          <a:prstGeom prst="rect">
            <a:avLst/>
          </a:prstGeom>
          <a:noFill/>
          <a:ln w="0">
            <a:noFill/>
            <a:prstDash val="solid"/>
          </a:ln>
        </p:spPr>
        <p:txBody>
          <a:bodyPr wrap="square" lIns="0" tIns="0" rIns="0" bIns="0" anchor="t">
            <a:noAutofit/>
          </a:bodyPr>
          <a:lstStyle>
            <a:defPPr algn="l">
              <a:defRPr sz="1500" b="0" i="0">
                <a:solidFill>
                  <a:srgbClr val="4E5B53"/>
                </a:solidFill>
                <a:latin typeface="Arial"/>
                <a:ea typeface="Arial"/>
                <a:cs typeface="Arial"/>
              </a:defRPr>
            </a:defPPr>
            <a:lvl1pPr algn="l">
              <a:defRPr sz="1500" b="0" i="0">
                <a:solidFill>
                  <a:srgbClr val="4E5B53"/>
                </a:solidFill>
                <a:latin typeface="Arial"/>
                <a:ea typeface="Arial"/>
                <a:cs typeface="Arial"/>
              </a:defRPr>
            </a:lvl1pPr>
            <a:lvl2pPr algn="l">
              <a:defRPr sz="1500" b="0" i="0">
                <a:solidFill>
                  <a:srgbClr val="4E5B53"/>
                </a:solidFill>
                <a:latin typeface="Arial"/>
                <a:ea typeface="Arial"/>
                <a:cs typeface="Arial"/>
              </a:defRPr>
            </a:lvl2pPr>
            <a:lvl3pPr algn="l">
              <a:defRPr sz="1500" b="0" i="0">
                <a:solidFill>
                  <a:srgbClr val="4E5B53"/>
                </a:solidFill>
                <a:latin typeface="Arial"/>
                <a:ea typeface="Arial"/>
                <a:cs typeface="Arial"/>
              </a:defRPr>
            </a:lvl3pPr>
            <a:lvl4pPr algn="l">
              <a:defRPr sz="1500" b="0" i="0">
                <a:solidFill>
                  <a:srgbClr val="4E5B53"/>
                </a:solidFill>
                <a:latin typeface="Arial"/>
                <a:ea typeface="Arial"/>
                <a:cs typeface="Arial"/>
              </a:defRPr>
            </a:lvl4pPr>
            <a:lvl5pPr algn="l">
              <a:defRPr sz="1500" b="0" i="0">
                <a:solidFill>
                  <a:srgbClr val="4E5B53"/>
                </a:solidFill>
                <a:latin typeface="Arial"/>
                <a:ea typeface="Arial"/>
                <a:cs typeface="Arial"/>
              </a:defRPr>
            </a:lvl5pPr>
            <a:lvl6pPr algn="l">
              <a:defRPr sz="1500" b="0" i="0">
                <a:solidFill>
                  <a:srgbClr val="4E5B53"/>
                </a:solidFill>
                <a:latin typeface="Arial"/>
                <a:ea typeface="Arial"/>
                <a:cs typeface="Arial"/>
              </a:defRPr>
            </a:lvl6pPr>
            <a:lvl7pPr algn="l">
              <a:defRPr sz="1500" b="0" i="0">
                <a:solidFill>
                  <a:srgbClr val="4E5B53"/>
                </a:solidFill>
                <a:latin typeface="Arial"/>
                <a:ea typeface="Arial"/>
                <a:cs typeface="Arial"/>
              </a:defRPr>
            </a:lvl7pPr>
            <a:lvl8pPr algn="l">
              <a:defRPr sz="1500" b="0" i="0">
                <a:solidFill>
                  <a:srgbClr val="4E5B53"/>
                </a:solidFill>
                <a:latin typeface="Arial"/>
                <a:ea typeface="Arial"/>
                <a:cs typeface="Arial"/>
              </a:defRPr>
            </a:lvl8pPr>
            <a:lvl9pPr algn="l">
              <a:defRPr sz="1500" b="0" i="0">
                <a:solidFill>
                  <a:srgbClr val="4E5B53"/>
                </a:solidFill>
                <a:latin typeface="Arial"/>
                <a:ea typeface="Arial"/>
                <a:cs typeface="Arial"/>
              </a:defRPr>
            </a:lvl9pPr>
          </a:lstStyle>
          <a:p>
            <a:pPr algn="l">
              <a:defRPr sz="1500" b="0" i="0">
                <a:solidFill>
                  <a:srgbClr val="4E5B53"/>
                </a:solidFill>
                <a:latin typeface="Arial"/>
                <a:ea typeface="Arial"/>
                <a:cs typeface="Arial"/>
              </a:defRPr>
            </a:pPr>
            <a:r>
              <a:rPr sz="1500" b="0" i="0">
                <a:solidFill>
                  <a:srgbClr val="4E5B53"/>
                </a:solidFill>
                <a:latin typeface="Arial"/>
                <a:ea typeface="Arial"/>
                <a:cs typeface="Arial"/>
              </a:rPr>
              <a:t>Compare electric options after the route, payload and lifting equipment are defined.</a:t>
            </a:r>
          </a:p>
        </p:txBody>
      </p:sp>
      <p:sp>
        <p:nvSpPr>
          <p:cNvPr id="31" name="Rectangle 30">
            <a:extLst>
              <a:ext uri="{FF2B5EF4-FFF2-40B4-BE49-F238E27FC236}">
                <a16:creationId xmlns:a16="http://schemas.microsoft.com/office/drawing/2014/main" id="{4ED072F0-3D3A-45F3-B006-010B04E1BA87}"/>
              </a:ext>
            </a:extLst>
          </p:cNvPr>
          <p:cNvSpPr>
            <a:spLocks noGrp="1"/>
          </p:cNvSpPr>
          <p:nvPr/>
        </p:nvSpPr>
        <p:spPr>
          <a:xfrm>
            <a:off x="7162800" y="5810250"/>
            <a:ext cx="4210050" cy="419100"/>
          </a:xfrm>
          <a:prstGeom prst="rect">
            <a:avLst/>
          </a:prstGeom>
          <a:noFill/>
          <a:ln w="0">
            <a:noFill/>
            <a:prstDash val="solid"/>
          </a:ln>
        </p:spPr>
        <p:txBody>
          <a:bodyPr wrap="square" lIns="0" tIns="0" rIns="0" bIns="0" anchor="t">
            <a:noAutofit/>
          </a:bodyPr>
          <a:lstStyle>
            <a:defPPr algn="l">
              <a:defRPr sz="1200" b="0" i="0">
                <a:solidFill>
                  <a:srgbClr val="737B71"/>
                </a:solidFill>
                <a:latin typeface="Arial"/>
                <a:ea typeface="Arial"/>
                <a:cs typeface="Arial"/>
              </a:defRPr>
            </a:defPPr>
            <a:lvl1pPr algn="l">
              <a:defRPr sz="1200" b="0" i="0">
                <a:solidFill>
                  <a:srgbClr val="737B71"/>
                </a:solidFill>
                <a:latin typeface="Arial"/>
                <a:ea typeface="Arial"/>
                <a:cs typeface="Arial"/>
              </a:defRPr>
            </a:lvl1pPr>
            <a:lvl2pPr algn="l">
              <a:defRPr sz="1200" b="0" i="0">
                <a:solidFill>
                  <a:srgbClr val="737B71"/>
                </a:solidFill>
                <a:latin typeface="Arial"/>
                <a:ea typeface="Arial"/>
                <a:cs typeface="Arial"/>
              </a:defRPr>
            </a:lvl2pPr>
            <a:lvl3pPr algn="l">
              <a:defRPr sz="1200" b="0" i="0">
                <a:solidFill>
                  <a:srgbClr val="737B71"/>
                </a:solidFill>
                <a:latin typeface="Arial"/>
                <a:ea typeface="Arial"/>
                <a:cs typeface="Arial"/>
              </a:defRPr>
            </a:lvl3pPr>
            <a:lvl4pPr algn="l">
              <a:defRPr sz="1200" b="0" i="0">
                <a:solidFill>
                  <a:srgbClr val="737B71"/>
                </a:solidFill>
                <a:latin typeface="Arial"/>
                <a:ea typeface="Arial"/>
                <a:cs typeface="Arial"/>
              </a:defRPr>
            </a:lvl4pPr>
            <a:lvl5pPr algn="l">
              <a:defRPr sz="1200" b="0" i="0">
                <a:solidFill>
                  <a:srgbClr val="737B71"/>
                </a:solidFill>
                <a:latin typeface="Arial"/>
                <a:ea typeface="Arial"/>
                <a:cs typeface="Arial"/>
              </a:defRPr>
            </a:lvl5pPr>
            <a:lvl6pPr algn="l">
              <a:defRPr sz="1200" b="0" i="0">
                <a:solidFill>
                  <a:srgbClr val="737B71"/>
                </a:solidFill>
                <a:latin typeface="Arial"/>
                <a:ea typeface="Arial"/>
                <a:cs typeface="Arial"/>
              </a:defRPr>
            </a:lvl6pPr>
            <a:lvl7pPr algn="l">
              <a:defRPr sz="1200" b="0" i="0">
                <a:solidFill>
                  <a:srgbClr val="737B71"/>
                </a:solidFill>
                <a:latin typeface="Arial"/>
                <a:ea typeface="Arial"/>
                <a:cs typeface="Arial"/>
              </a:defRPr>
            </a:lvl7pPr>
            <a:lvl8pPr algn="l">
              <a:defRPr sz="1200" b="0" i="0">
                <a:solidFill>
                  <a:srgbClr val="737B71"/>
                </a:solidFill>
                <a:latin typeface="Arial"/>
                <a:ea typeface="Arial"/>
                <a:cs typeface="Arial"/>
              </a:defRPr>
            </a:lvl8pPr>
            <a:lvl9pPr algn="l">
              <a:defRPr sz="1200" b="0" i="0">
                <a:solidFill>
                  <a:srgbClr val="737B71"/>
                </a:solidFill>
                <a:latin typeface="Arial"/>
                <a:ea typeface="Arial"/>
                <a:cs typeface="Arial"/>
              </a:defRPr>
            </a:lvl9pPr>
          </a:lstStyle>
          <a:p>
            <a:pPr algn="l">
              <a:defRPr sz="1200" b="0" i="0">
                <a:solidFill>
                  <a:srgbClr val="737B71"/>
                </a:solidFill>
                <a:latin typeface="Arial"/>
                <a:ea typeface="Arial"/>
                <a:cs typeface="Arial"/>
              </a:defRPr>
            </a:pPr>
            <a:r>
              <a:rPr sz="1200" b="0" i="0">
                <a:solidFill>
                  <a:srgbClr val="737B71"/>
                </a:solidFill>
                <a:latin typeface="Arial"/>
                <a:ea typeface="Arial"/>
                <a:cs typeface="Arial"/>
              </a:rPr>
              <a:t>A future collection service would need a named operator and an approved service plan.</a:t>
            </a:r>
          </a:p>
        </p:txBody>
      </p:sp>
    </p:spTree>
    <p:extLst>
      <p:ext uri="{BB962C8B-B14F-4D97-AF65-F5344CB8AC3E}">
        <p14:creationId xmlns:p14="http://schemas.microsoft.com/office/powerpoint/2010/main" val="1443042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4EC"/>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786CFF69-F5CD-4D62-A75A-0DBA3C4CB0C7}"/>
              </a:ext>
            </a:extLst>
          </p:cNvPr>
          <p:cNvSpPr>
            <a:spLocks noGrp="1"/>
          </p:cNvSpPr>
          <p:nvPr/>
        </p:nvSpPr>
        <p:spPr>
          <a:xfrm>
            <a:off x="723900" y="590550"/>
            <a:ext cx="10744200" cy="590550"/>
          </a:xfrm>
          <a:prstGeom prst="rect">
            <a:avLst/>
          </a:prstGeom>
          <a:noFill/>
          <a:ln w="0">
            <a:noFill/>
            <a:prstDash val="solid"/>
          </a:ln>
        </p:spPr>
        <p:txBody>
          <a:bodyPr wrap="square" lIns="0" tIns="0" rIns="0" bIns="0" anchor="t">
            <a:noAutofit/>
          </a:bodyPr>
          <a:lstStyle>
            <a:defPPr algn="l">
              <a:defRPr sz="3450" b="1" i="0">
                <a:solidFill>
                  <a:srgbClr val="17231D"/>
                </a:solidFill>
                <a:latin typeface="Arial"/>
                <a:ea typeface="Arial"/>
                <a:cs typeface="Arial"/>
              </a:defRPr>
            </a:defPPr>
            <a:lvl1pPr algn="l">
              <a:defRPr sz="3450" b="1" i="0">
                <a:solidFill>
                  <a:srgbClr val="17231D"/>
                </a:solidFill>
                <a:latin typeface="Arial"/>
                <a:ea typeface="Arial"/>
                <a:cs typeface="Arial"/>
              </a:defRPr>
            </a:lvl1pPr>
            <a:lvl2pPr algn="l">
              <a:defRPr sz="3450" b="1" i="0">
                <a:solidFill>
                  <a:srgbClr val="17231D"/>
                </a:solidFill>
                <a:latin typeface="Arial"/>
                <a:ea typeface="Arial"/>
                <a:cs typeface="Arial"/>
              </a:defRPr>
            </a:lvl2pPr>
            <a:lvl3pPr algn="l">
              <a:defRPr sz="3450" b="1" i="0">
                <a:solidFill>
                  <a:srgbClr val="17231D"/>
                </a:solidFill>
                <a:latin typeface="Arial"/>
                <a:ea typeface="Arial"/>
                <a:cs typeface="Arial"/>
              </a:defRPr>
            </a:lvl3pPr>
            <a:lvl4pPr algn="l">
              <a:defRPr sz="3450" b="1" i="0">
                <a:solidFill>
                  <a:srgbClr val="17231D"/>
                </a:solidFill>
                <a:latin typeface="Arial"/>
                <a:ea typeface="Arial"/>
                <a:cs typeface="Arial"/>
              </a:defRPr>
            </a:lvl4pPr>
            <a:lvl5pPr algn="l">
              <a:defRPr sz="3450" b="1" i="0">
                <a:solidFill>
                  <a:srgbClr val="17231D"/>
                </a:solidFill>
                <a:latin typeface="Arial"/>
                <a:ea typeface="Arial"/>
                <a:cs typeface="Arial"/>
              </a:defRPr>
            </a:lvl5pPr>
            <a:lvl6pPr algn="l">
              <a:defRPr sz="3450" b="1" i="0">
                <a:solidFill>
                  <a:srgbClr val="17231D"/>
                </a:solidFill>
                <a:latin typeface="Arial"/>
                <a:ea typeface="Arial"/>
                <a:cs typeface="Arial"/>
              </a:defRPr>
            </a:lvl6pPr>
            <a:lvl7pPr algn="l">
              <a:defRPr sz="3450" b="1" i="0">
                <a:solidFill>
                  <a:srgbClr val="17231D"/>
                </a:solidFill>
                <a:latin typeface="Arial"/>
                <a:ea typeface="Arial"/>
                <a:cs typeface="Arial"/>
              </a:defRPr>
            </a:lvl7pPr>
            <a:lvl8pPr algn="l">
              <a:defRPr sz="3450" b="1" i="0">
                <a:solidFill>
                  <a:srgbClr val="17231D"/>
                </a:solidFill>
                <a:latin typeface="Arial"/>
                <a:ea typeface="Arial"/>
                <a:cs typeface="Arial"/>
              </a:defRPr>
            </a:lvl8pPr>
            <a:lvl9pPr algn="l">
              <a:defRPr sz="3450" b="1" i="0">
                <a:solidFill>
                  <a:srgbClr val="17231D"/>
                </a:solidFill>
                <a:latin typeface="Arial"/>
                <a:ea typeface="Arial"/>
                <a:cs typeface="Arial"/>
              </a:defRPr>
            </a:lvl9pPr>
          </a:lstStyle>
          <a:p>
            <a:pPr algn="l">
              <a:defRPr sz="3450" b="1" i="0">
                <a:solidFill>
                  <a:srgbClr val="17231D"/>
                </a:solidFill>
                <a:latin typeface="Arial"/>
                <a:ea typeface="Arial"/>
                <a:cs typeface="Arial"/>
              </a:defRPr>
            </a:pPr>
            <a:r>
              <a:rPr sz="3450" b="1" i="0">
                <a:solidFill>
                  <a:srgbClr val="17231D"/>
                </a:solidFill>
                <a:latin typeface="Arial"/>
                <a:ea typeface="Arial"/>
                <a:cs typeface="Arial"/>
              </a:rPr>
              <a:t>Data quality sets the user experience</a:t>
            </a:r>
          </a:p>
        </p:txBody>
      </p:sp>
      <p:sp>
        <p:nvSpPr>
          <p:cNvPr id="2" name="Rectangle 1">
            <a:extLst>
              <a:ext uri="{FF2B5EF4-FFF2-40B4-BE49-F238E27FC236}">
                <a16:creationId xmlns:a16="http://schemas.microsoft.com/office/drawing/2014/main" id="{B4CD5840-85A8-4E31-ADD3-9750B6E9F3C9}"/>
              </a:ext>
            </a:extLst>
          </p:cNvPr>
          <p:cNvSpPr>
            <a:spLocks noGrp="1"/>
          </p:cNvSpPr>
          <p:nvPr/>
        </p:nvSpPr>
        <p:spPr>
          <a:xfrm>
            <a:off x="742950" y="1219200"/>
            <a:ext cx="10287000" cy="381000"/>
          </a:xfrm>
          <a:prstGeom prst="rect">
            <a:avLst/>
          </a:prstGeom>
          <a:noFill/>
          <a:ln w="0">
            <a:noFill/>
            <a:prstDash val="solid"/>
          </a:ln>
        </p:spPr>
        <p:txBody>
          <a:bodyPr wrap="square" lIns="0" tIns="0" rIns="0" bIns="0" anchor="t">
            <a:noAutofit/>
          </a:bodyPr>
          <a:lstStyle>
            <a:defPPr algn="l">
              <a:defRPr sz="1650" b="0" i="0">
                <a:solidFill>
                  <a:srgbClr val="4E5B53"/>
                </a:solidFill>
                <a:latin typeface="Arial"/>
                <a:ea typeface="Arial"/>
                <a:cs typeface="Arial"/>
              </a:defRPr>
            </a:defPPr>
            <a:lvl1pPr algn="l">
              <a:defRPr sz="1650" b="0" i="0">
                <a:solidFill>
                  <a:srgbClr val="4E5B53"/>
                </a:solidFill>
                <a:latin typeface="Arial"/>
                <a:ea typeface="Arial"/>
                <a:cs typeface="Arial"/>
              </a:defRPr>
            </a:lvl1pPr>
            <a:lvl2pPr algn="l">
              <a:defRPr sz="1650" b="0" i="0">
                <a:solidFill>
                  <a:srgbClr val="4E5B53"/>
                </a:solidFill>
                <a:latin typeface="Arial"/>
                <a:ea typeface="Arial"/>
                <a:cs typeface="Arial"/>
              </a:defRPr>
            </a:lvl2pPr>
            <a:lvl3pPr algn="l">
              <a:defRPr sz="1650" b="0" i="0">
                <a:solidFill>
                  <a:srgbClr val="4E5B53"/>
                </a:solidFill>
                <a:latin typeface="Arial"/>
                <a:ea typeface="Arial"/>
                <a:cs typeface="Arial"/>
              </a:defRPr>
            </a:lvl3pPr>
            <a:lvl4pPr algn="l">
              <a:defRPr sz="1650" b="0" i="0">
                <a:solidFill>
                  <a:srgbClr val="4E5B53"/>
                </a:solidFill>
                <a:latin typeface="Arial"/>
                <a:ea typeface="Arial"/>
                <a:cs typeface="Arial"/>
              </a:defRPr>
            </a:lvl4pPr>
            <a:lvl5pPr algn="l">
              <a:defRPr sz="1650" b="0" i="0">
                <a:solidFill>
                  <a:srgbClr val="4E5B53"/>
                </a:solidFill>
                <a:latin typeface="Arial"/>
                <a:ea typeface="Arial"/>
                <a:cs typeface="Arial"/>
              </a:defRPr>
            </a:lvl5pPr>
            <a:lvl6pPr algn="l">
              <a:defRPr sz="1650" b="0" i="0">
                <a:solidFill>
                  <a:srgbClr val="4E5B53"/>
                </a:solidFill>
                <a:latin typeface="Arial"/>
                <a:ea typeface="Arial"/>
                <a:cs typeface="Arial"/>
              </a:defRPr>
            </a:lvl6pPr>
            <a:lvl7pPr algn="l">
              <a:defRPr sz="1650" b="0" i="0">
                <a:solidFill>
                  <a:srgbClr val="4E5B53"/>
                </a:solidFill>
                <a:latin typeface="Arial"/>
                <a:ea typeface="Arial"/>
                <a:cs typeface="Arial"/>
              </a:defRPr>
            </a:lvl7pPr>
            <a:lvl8pPr algn="l">
              <a:defRPr sz="1650" b="0" i="0">
                <a:solidFill>
                  <a:srgbClr val="4E5B53"/>
                </a:solidFill>
                <a:latin typeface="Arial"/>
                <a:ea typeface="Arial"/>
                <a:cs typeface="Arial"/>
              </a:defRPr>
            </a:lvl8pPr>
            <a:lvl9pPr algn="l">
              <a:defRPr sz="1650" b="0" i="0">
                <a:solidFill>
                  <a:srgbClr val="4E5B53"/>
                </a:solidFill>
                <a:latin typeface="Arial"/>
                <a:ea typeface="Arial"/>
                <a:cs typeface="Arial"/>
              </a:defRPr>
            </a:lvl9pPr>
          </a:lstStyle>
          <a:p>
            <a:pPr algn="l">
              <a:defRPr sz="1650" b="0" i="0">
                <a:solidFill>
                  <a:srgbClr val="4E5B53"/>
                </a:solidFill>
                <a:latin typeface="Arial"/>
                <a:ea typeface="Arial"/>
                <a:cs typeface="Arial"/>
              </a:defRPr>
            </a:pPr>
            <a:r>
              <a:rPr sz="1650" b="0" i="0">
                <a:solidFill>
                  <a:srgbClr val="4E5B53"/>
                </a:solidFill>
                <a:latin typeface="Arial"/>
                <a:ea typeface="Arial"/>
                <a:cs typeface="Arial"/>
              </a:rPr>
              <a:t>Locations, fullness reports and walking routes need clear sources and owners.</a:t>
            </a:r>
          </a:p>
        </p:txBody>
      </p:sp>
      <p:sp>
        <p:nvSpPr>
          <p:cNvPr id="3" name="Rectangle 2">
            <a:extLst>
              <a:ext uri="{FF2B5EF4-FFF2-40B4-BE49-F238E27FC236}">
                <a16:creationId xmlns:a16="http://schemas.microsoft.com/office/drawing/2014/main" id="{F7ADBDC4-D8C2-4123-9A60-DB398D1CC9CE}"/>
              </a:ext>
            </a:extLst>
          </p:cNvPr>
          <p:cNvSpPr>
            <a:spLocks noGrp="1"/>
          </p:cNvSpPr>
          <p:nvPr/>
        </p:nvSpPr>
        <p:spPr>
          <a:xfrm>
            <a:off x="723900" y="1695450"/>
            <a:ext cx="10744200" cy="19050"/>
          </a:xfrm>
          <a:prstGeom prst="rect">
            <a:avLst/>
          </a:prstGeom>
          <a:solidFill>
            <a:srgbClr val="DDDED3"/>
          </a:solidFill>
          <a:ln w="0">
            <a:noFill/>
            <a:prstDash val="solid"/>
          </a:ln>
        </p:spPr>
      </p:sp>
      <p:sp>
        <p:nvSpPr>
          <p:cNvPr id="4" name="Rectangle 3">
            <a:extLst>
              <a:ext uri="{FF2B5EF4-FFF2-40B4-BE49-F238E27FC236}">
                <a16:creationId xmlns:a16="http://schemas.microsoft.com/office/drawing/2014/main" id="{2954C6C4-B06D-4258-9F4A-552D506E6FC7}"/>
              </a:ext>
            </a:extLst>
          </p:cNvPr>
          <p:cNvSpPr>
            <a:spLocks noGrp="1"/>
          </p:cNvSpPr>
          <p:nvPr/>
        </p:nvSpPr>
        <p:spPr>
          <a:xfrm>
            <a:off x="10687050" y="6400800"/>
            <a:ext cx="800100" cy="190500"/>
          </a:xfrm>
          <a:prstGeom prst="rect">
            <a:avLst/>
          </a:prstGeom>
          <a:noFill/>
          <a:ln w="0">
            <a:noFill/>
            <a:prstDash val="solid"/>
          </a:ln>
        </p:spPr>
        <p:txBody>
          <a:bodyPr wrap="square" lIns="0" tIns="0" rIns="0" bIns="0" anchor="t">
            <a:noAutofit/>
          </a:bodyPr>
          <a:lstStyle>
            <a:defPPr algn="r">
              <a:defRPr sz="1050" b="0" i="0">
                <a:solidFill>
                  <a:srgbClr val="737B71"/>
                </a:solidFill>
                <a:latin typeface="Arial"/>
                <a:ea typeface="Arial"/>
                <a:cs typeface="Arial"/>
              </a:defRPr>
            </a:defPPr>
            <a:lvl1pPr algn="r">
              <a:defRPr sz="1050" b="0" i="0">
                <a:solidFill>
                  <a:srgbClr val="737B71"/>
                </a:solidFill>
                <a:latin typeface="Arial"/>
                <a:ea typeface="Arial"/>
                <a:cs typeface="Arial"/>
              </a:defRPr>
            </a:lvl1pPr>
            <a:lvl2pPr algn="r">
              <a:defRPr sz="1050" b="0" i="0">
                <a:solidFill>
                  <a:srgbClr val="737B71"/>
                </a:solidFill>
                <a:latin typeface="Arial"/>
                <a:ea typeface="Arial"/>
                <a:cs typeface="Arial"/>
              </a:defRPr>
            </a:lvl2pPr>
            <a:lvl3pPr algn="r">
              <a:defRPr sz="1050" b="0" i="0">
                <a:solidFill>
                  <a:srgbClr val="737B71"/>
                </a:solidFill>
                <a:latin typeface="Arial"/>
                <a:ea typeface="Arial"/>
                <a:cs typeface="Arial"/>
              </a:defRPr>
            </a:lvl3pPr>
            <a:lvl4pPr algn="r">
              <a:defRPr sz="1050" b="0" i="0">
                <a:solidFill>
                  <a:srgbClr val="737B71"/>
                </a:solidFill>
                <a:latin typeface="Arial"/>
                <a:ea typeface="Arial"/>
                <a:cs typeface="Arial"/>
              </a:defRPr>
            </a:lvl4pPr>
            <a:lvl5pPr algn="r">
              <a:defRPr sz="1050" b="0" i="0">
                <a:solidFill>
                  <a:srgbClr val="737B71"/>
                </a:solidFill>
                <a:latin typeface="Arial"/>
                <a:ea typeface="Arial"/>
                <a:cs typeface="Arial"/>
              </a:defRPr>
            </a:lvl5pPr>
            <a:lvl6pPr algn="r">
              <a:defRPr sz="1050" b="0" i="0">
                <a:solidFill>
                  <a:srgbClr val="737B71"/>
                </a:solidFill>
                <a:latin typeface="Arial"/>
                <a:ea typeface="Arial"/>
                <a:cs typeface="Arial"/>
              </a:defRPr>
            </a:lvl6pPr>
            <a:lvl7pPr algn="r">
              <a:defRPr sz="1050" b="0" i="0">
                <a:solidFill>
                  <a:srgbClr val="737B71"/>
                </a:solidFill>
                <a:latin typeface="Arial"/>
                <a:ea typeface="Arial"/>
                <a:cs typeface="Arial"/>
              </a:defRPr>
            </a:lvl7pPr>
            <a:lvl8pPr algn="r">
              <a:defRPr sz="1050" b="0" i="0">
                <a:solidFill>
                  <a:srgbClr val="737B71"/>
                </a:solidFill>
                <a:latin typeface="Arial"/>
                <a:ea typeface="Arial"/>
                <a:cs typeface="Arial"/>
              </a:defRPr>
            </a:lvl8pPr>
            <a:lvl9pPr algn="r">
              <a:defRPr sz="1050" b="0" i="0">
                <a:solidFill>
                  <a:srgbClr val="737B71"/>
                </a:solidFill>
                <a:latin typeface="Arial"/>
                <a:ea typeface="Arial"/>
                <a:cs typeface="Arial"/>
              </a:defRPr>
            </a:lvl9pPr>
          </a:lstStyle>
          <a:p>
            <a:pPr algn="r">
              <a:defRPr sz="1050" b="0" i="0">
                <a:solidFill>
                  <a:srgbClr val="737B71"/>
                </a:solidFill>
                <a:latin typeface="Arial"/>
                <a:ea typeface="Arial"/>
                <a:cs typeface="Arial"/>
              </a:defRPr>
            </a:pPr>
            <a:r>
              <a:rPr sz="1050" b="0" i="0">
                <a:solidFill>
                  <a:srgbClr val="737B71"/>
                </a:solidFill>
                <a:latin typeface="Arial"/>
                <a:ea typeface="Arial"/>
                <a:cs typeface="Arial"/>
              </a:rPr>
              <a:t>05 / 10</a:t>
            </a:r>
          </a:p>
        </p:txBody>
      </p:sp>
      <p:sp>
        <p:nvSpPr>
          <p:cNvPr id="5" name="Rectangle 4">
            <a:extLst>
              <a:ext uri="{FF2B5EF4-FFF2-40B4-BE49-F238E27FC236}">
                <a16:creationId xmlns:a16="http://schemas.microsoft.com/office/drawing/2014/main" id="{8C480207-86E1-408E-B411-162EF6CA539E}"/>
              </a:ext>
            </a:extLst>
          </p:cNvPr>
          <p:cNvSpPr>
            <a:spLocks noGrp="1"/>
          </p:cNvSpPr>
          <p:nvPr/>
        </p:nvSpPr>
        <p:spPr>
          <a:xfrm>
            <a:off x="781050" y="2114550"/>
            <a:ext cx="685800" cy="38100"/>
          </a:xfrm>
          <a:prstGeom prst="rect">
            <a:avLst/>
          </a:prstGeom>
          <a:solidFill>
            <a:srgbClr val="1D4B3A"/>
          </a:solidFill>
          <a:ln w="0">
            <a:noFill/>
            <a:prstDash val="solid"/>
          </a:ln>
        </p:spPr>
      </p:sp>
      <p:sp>
        <p:nvSpPr>
          <p:cNvPr id="6" name="Rectangle 5">
            <a:extLst>
              <a:ext uri="{FF2B5EF4-FFF2-40B4-BE49-F238E27FC236}">
                <a16:creationId xmlns:a16="http://schemas.microsoft.com/office/drawing/2014/main" id="{9A70CD60-52E0-42EA-AEC4-1543B980A4C0}"/>
              </a:ext>
            </a:extLst>
          </p:cNvPr>
          <p:cNvSpPr>
            <a:spLocks noGrp="1"/>
          </p:cNvSpPr>
          <p:nvPr/>
        </p:nvSpPr>
        <p:spPr>
          <a:xfrm>
            <a:off x="781050" y="2381250"/>
            <a:ext cx="457200" cy="323850"/>
          </a:xfrm>
          <a:prstGeom prst="rect">
            <a:avLst/>
          </a:prstGeom>
          <a:noFill/>
          <a:ln w="0">
            <a:noFill/>
            <a:prstDash val="solid"/>
          </a:ln>
        </p:spPr>
        <p:txBody>
          <a:bodyPr wrap="square" lIns="0" tIns="0" rIns="0" bIns="0" anchor="t">
            <a:noAutofit/>
          </a:bodyPr>
          <a:lstStyle>
            <a:defPPr algn="l">
              <a:defRPr sz="1725" b="1" i="0">
                <a:solidFill>
                  <a:srgbClr val="1D4B3A"/>
                </a:solidFill>
                <a:latin typeface="Arial"/>
                <a:ea typeface="Arial"/>
                <a:cs typeface="Arial"/>
              </a:defRPr>
            </a:defPPr>
            <a:lvl1pPr algn="l">
              <a:defRPr sz="1725" b="1" i="0">
                <a:solidFill>
                  <a:srgbClr val="1D4B3A"/>
                </a:solidFill>
                <a:latin typeface="Arial"/>
                <a:ea typeface="Arial"/>
                <a:cs typeface="Arial"/>
              </a:defRPr>
            </a:lvl1pPr>
            <a:lvl2pPr algn="l">
              <a:defRPr sz="1725" b="1" i="0">
                <a:solidFill>
                  <a:srgbClr val="1D4B3A"/>
                </a:solidFill>
                <a:latin typeface="Arial"/>
                <a:ea typeface="Arial"/>
                <a:cs typeface="Arial"/>
              </a:defRPr>
            </a:lvl2pPr>
            <a:lvl3pPr algn="l">
              <a:defRPr sz="1725" b="1" i="0">
                <a:solidFill>
                  <a:srgbClr val="1D4B3A"/>
                </a:solidFill>
                <a:latin typeface="Arial"/>
                <a:ea typeface="Arial"/>
                <a:cs typeface="Arial"/>
              </a:defRPr>
            </a:lvl3pPr>
            <a:lvl4pPr algn="l">
              <a:defRPr sz="1725" b="1" i="0">
                <a:solidFill>
                  <a:srgbClr val="1D4B3A"/>
                </a:solidFill>
                <a:latin typeface="Arial"/>
                <a:ea typeface="Arial"/>
                <a:cs typeface="Arial"/>
              </a:defRPr>
            </a:lvl4pPr>
            <a:lvl5pPr algn="l">
              <a:defRPr sz="1725" b="1" i="0">
                <a:solidFill>
                  <a:srgbClr val="1D4B3A"/>
                </a:solidFill>
                <a:latin typeface="Arial"/>
                <a:ea typeface="Arial"/>
                <a:cs typeface="Arial"/>
              </a:defRPr>
            </a:lvl5pPr>
            <a:lvl6pPr algn="l">
              <a:defRPr sz="1725" b="1" i="0">
                <a:solidFill>
                  <a:srgbClr val="1D4B3A"/>
                </a:solidFill>
                <a:latin typeface="Arial"/>
                <a:ea typeface="Arial"/>
                <a:cs typeface="Arial"/>
              </a:defRPr>
            </a:lvl6pPr>
            <a:lvl7pPr algn="l">
              <a:defRPr sz="1725" b="1" i="0">
                <a:solidFill>
                  <a:srgbClr val="1D4B3A"/>
                </a:solidFill>
                <a:latin typeface="Arial"/>
                <a:ea typeface="Arial"/>
                <a:cs typeface="Arial"/>
              </a:defRPr>
            </a:lvl7pPr>
            <a:lvl8pPr algn="l">
              <a:defRPr sz="1725" b="1" i="0">
                <a:solidFill>
                  <a:srgbClr val="1D4B3A"/>
                </a:solidFill>
                <a:latin typeface="Arial"/>
                <a:ea typeface="Arial"/>
                <a:cs typeface="Arial"/>
              </a:defRPr>
            </a:lvl8pPr>
            <a:lvl9pPr algn="l">
              <a:defRPr sz="1725" b="1" i="0">
                <a:solidFill>
                  <a:srgbClr val="1D4B3A"/>
                </a:solidFill>
                <a:latin typeface="Arial"/>
                <a:ea typeface="Arial"/>
                <a:cs typeface="Arial"/>
              </a:defRPr>
            </a:lvl9pPr>
          </a:lstStyle>
          <a:p>
            <a:pPr algn="l">
              <a:defRPr sz="1725" b="1" i="0">
                <a:solidFill>
                  <a:srgbClr val="1D4B3A"/>
                </a:solidFill>
                <a:latin typeface="Arial"/>
                <a:ea typeface="Arial"/>
                <a:cs typeface="Arial"/>
              </a:defRPr>
            </a:pPr>
            <a:r>
              <a:rPr sz="1725" b="1" i="0">
                <a:solidFill>
                  <a:srgbClr val="1D4B3A"/>
                </a:solidFill>
                <a:latin typeface="Arial"/>
                <a:ea typeface="Arial"/>
                <a:cs typeface="Arial"/>
              </a:rPr>
              <a:t>01</a:t>
            </a:r>
          </a:p>
        </p:txBody>
      </p:sp>
      <p:sp>
        <p:nvSpPr>
          <p:cNvPr id="7" name="Rectangle 6">
            <a:extLst>
              <a:ext uri="{FF2B5EF4-FFF2-40B4-BE49-F238E27FC236}">
                <a16:creationId xmlns:a16="http://schemas.microsoft.com/office/drawing/2014/main" id="{5EB35B59-7FB0-4C40-81E0-79A2F9F6D9C7}"/>
              </a:ext>
            </a:extLst>
          </p:cNvPr>
          <p:cNvSpPr>
            <a:spLocks noGrp="1"/>
          </p:cNvSpPr>
          <p:nvPr/>
        </p:nvSpPr>
        <p:spPr>
          <a:xfrm>
            <a:off x="781050" y="2800350"/>
            <a:ext cx="3143250" cy="361950"/>
          </a:xfrm>
          <a:prstGeom prst="rect">
            <a:avLst/>
          </a:prstGeom>
          <a:noFill/>
          <a:ln w="0">
            <a:noFill/>
            <a:prstDash val="solid"/>
          </a:ln>
        </p:spPr>
        <p:txBody>
          <a:bodyPr wrap="square" lIns="0" tIns="0" rIns="0" bIns="0" anchor="t">
            <a:noAutofit/>
          </a:bodyPr>
          <a:lstStyle>
            <a:defPPr algn="l">
              <a:defRPr sz="1950" b="1" i="0">
                <a:solidFill>
                  <a:srgbClr val="17231D"/>
                </a:solidFill>
                <a:latin typeface="Arial"/>
                <a:ea typeface="Arial"/>
                <a:cs typeface="Arial"/>
              </a:defRPr>
            </a:defPPr>
            <a:lvl1pPr algn="l">
              <a:defRPr sz="1950" b="1" i="0">
                <a:solidFill>
                  <a:srgbClr val="17231D"/>
                </a:solidFill>
                <a:latin typeface="Arial"/>
                <a:ea typeface="Arial"/>
                <a:cs typeface="Arial"/>
              </a:defRPr>
            </a:lvl1pPr>
            <a:lvl2pPr algn="l">
              <a:defRPr sz="1950" b="1" i="0">
                <a:solidFill>
                  <a:srgbClr val="17231D"/>
                </a:solidFill>
                <a:latin typeface="Arial"/>
                <a:ea typeface="Arial"/>
                <a:cs typeface="Arial"/>
              </a:defRPr>
            </a:lvl2pPr>
            <a:lvl3pPr algn="l">
              <a:defRPr sz="1950" b="1" i="0">
                <a:solidFill>
                  <a:srgbClr val="17231D"/>
                </a:solidFill>
                <a:latin typeface="Arial"/>
                <a:ea typeface="Arial"/>
                <a:cs typeface="Arial"/>
              </a:defRPr>
            </a:lvl3pPr>
            <a:lvl4pPr algn="l">
              <a:defRPr sz="1950" b="1" i="0">
                <a:solidFill>
                  <a:srgbClr val="17231D"/>
                </a:solidFill>
                <a:latin typeface="Arial"/>
                <a:ea typeface="Arial"/>
                <a:cs typeface="Arial"/>
              </a:defRPr>
            </a:lvl4pPr>
            <a:lvl5pPr algn="l">
              <a:defRPr sz="1950" b="1" i="0">
                <a:solidFill>
                  <a:srgbClr val="17231D"/>
                </a:solidFill>
                <a:latin typeface="Arial"/>
                <a:ea typeface="Arial"/>
                <a:cs typeface="Arial"/>
              </a:defRPr>
            </a:lvl5pPr>
            <a:lvl6pPr algn="l">
              <a:defRPr sz="1950" b="1" i="0">
                <a:solidFill>
                  <a:srgbClr val="17231D"/>
                </a:solidFill>
                <a:latin typeface="Arial"/>
                <a:ea typeface="Arial"/>
                <a:cs typeface="Arial"/>
              </a:defRPr>
            </a:lvl6pPr>
            <a:lvl7pPr algn="l">
              <a:defRPr sz="1950" b="1" i="0">
                <a:solidFill>
                  <a:srgbClr val="17231D"/>
                </a:solidFill>
                <a:latin typeface="Arial"/>
                <a:ea typeface="Arial"/>
                <a:cs typeface="Arial"/>
              </a:defRPr>
            </a:lvl7pPr>
            <a:lvl8pPr algn="l">
              <a:defRPr sz="1950" b="1" i="0">
                <a:solidFill>
                  <a:srgbClr val="17231D"/>
                </a:solidFill>
                <a:latin typeface="Arial"/>
                <a:ea typeface="Arial"/>
                <a:cs typeface="Arial"/>
              </a:defRPr>
            </a:lvl8pPr>
            <a:lvl9pPr algn="l">
              <a:defRPr sz="1950" b="1" i="0">
                <a:solidFill>
                  <a:srgbClr val="17231D"/>
                </a:solidFill>
                <a:latin typeface="Arial"/>
                <a:ea typeface="Arial"/>
                <a:cs typeface="Arial"/>
              </a:defRPr>
            </a:lvl9pPr>
          </a:lstStyle>
          <a:p>
            <a:pPr algn="l">
              <a:defRPr sz="1950" b="1" i="0">
                <a:solidFill>
                  <a:srgbClr val="17231D"/>
                </a:solidFill>
                <a:latin typeface="Arial"/>
                <a:ea typeface="Arial"/>
                <a:cs typeface="Arial"/>
              </a:defRPr>
            </a:pPr>
            <a:r>
              <a:rPr sz="1950" b="1" i="0">
                <a:solidFill>
                  <a:srgbClr val="17231D"/>
                </a:solidFill>
                <a:latin typeface="Arial"/>
                <a:ea typeface="Arial"/>
                <a:cs typeface="Arial"/>
              </a:rPr>
              <a:t>Verified locations</a:t>
            </a:r>
          </a:p>
        </p:txBody>
      </p:sp>
      <p:sp>
        <p:nvSpPr>
          <p:cNvPr id="8" name="Rectangle 7">
            <a:extLst>
              <a:ext uri="{FF2B5EF4-FFF2-40B4-BE49-F238E27FC236}">
                <a16:creationId xmlns:a16="http://schemas.microsoft.com/office/drawing/2014/main" id="{7EB9AD05-8C14-4608-99BC-B470BAAD560D}"/>
              </a:ext>
            </a:extLst>
          </p:cNvPr>
          <p:cNvSpPr>
            <a:spLocks noGrp="1"/>
          </p:cNvSpPr>
          <p:nvPr/>
        </p:nvSpPr>
        <p:spPr>
          <a:xfrm>
            <a:off x="781050" y="3305175"/>
            <a:ext cx="3067050" cy="876300"/>
          </a:xfrm>
          <a:prstGeom prst="rect">
            <a:avLst/>
          </a:prstGeom>
          <a:noFill/>
          <a:ln w="0">
            <a:noFill/>
            <a:prstDash val="solid"/>
          </a:ln>
        </p:spPr>
        <p:txBody>
          <a:bodyPr wrap="square" lIns="0" tIns="0" rIns="0" bIns="0" anchor="t">
            <a:noAutofit/>
          </a:bodyPr>
          <a:lstStyle>
            <a:defPPr algn="l">
              <a:defRPr sz="1500" b="0" i="0">
                <a:solidFill>
                  <a:srgbClr val="4E5B53"/>
                </a:solidFill>
                <a:latin typeface="Arial"/>
                <a:ea typeface="Arial"/>
                <a:cs typeface="Arial"/>
              </a:defRPr>
            </a:defPPr>
            <a:lvl1pPr algn="l">
              <a:defRPr sz="1500" b="0" i="0">
                <a:solidFill>
                  <a:srgbClr val="4E5B53"/>
                </a:solidFill>
                <a:latin typeface="Arial"/>
                <a:ea typeface="Arial"/>
                <a:cs typeface="Arial"/>
              </a:defRPr>
            </a:lvl1pPr>
            <a:lvl2pPr algn="l">
              <a:defRPr sz="1500" b="0" i="0">
                <a:solidFill>
                  <a:srgbClr val="4E5B53"/>
                </a:solidFill>
                <a:latin typeface="Arial"/>
                <a:ea typeface="Arial"/>
                <a:cs typeface="Arial"/>
              </a:defRPr>
            </a:lvl2pPr>
            <a:lvl3pPr algn="l">
              <a:defRPr sz="1500" b="0" i="0">
                <a:solidFill>
                  <a:srgbClr val="4E5B53"/>
                </a:solidFill>
                <a:latin typeface="Arial"/>
                <a:ea typeface="Arial"/>
                <a:cs typeface="Arial"/>
              </a:defRPr>
            </a:lvl3pPr>
            <a:lvl4pPr algn="l">
              <a:defRPr sz="1500" b="0" i="0">
                <a:solidFill>
                  <a:srgbClr val="4E5B53"/>
                </a:solidFill>
                <a:latin typeface="Arial"/>
                <a:ea typeface="Arial"/>
                <a:cs typeface="Arial"/>
              </a:defRPr>
            </a:lvl4pPr>
            <a:lvl5pPr algn="l">
              <a:defRPr sz="1500" b="0" i="0">
                <a:solidFill>
                  <a:srgbClr val="4E5B53"/>
                </a:solidFill>
                <a:latin typeface="Arial"/>
                <a:ea typeface="Arial"/>
                <a:cs typeface="Arial"/>
              </a:defRPr>
            </a:lvl5pPr>
            <a:lvl6pPr algn="l">
              <a:defRPr sz="1500" b="0" i="0">
                <a:solidFill>
                  <a:srgbClr val="4E5B53"/>
                </a:solidFill>
                <a:latin typeface="Arial"/>
                <a:ea typeface="Arial"/>
                <a:cs typeface="Arial"/>
              </a:defRPr>
            </a:lvl6pPr>
            <a:lvl7pPr algn="l">
              <a:defRPr sz="1500" b="0" i="0">
                <a:solidFill>
                  <a:srgbClr val="4E5B53"/>
                </a:solidFill>
                <a:latin typeface="Arial"/>
                <a:ea typeface="Arial"/>
                <a:cs typeface="Arial"/>
              </a:defRPr>
            </a:lvl7pPr>
            <a:lvl8pPr algn="l">
              <a:defRPr sz="1500" b="0" i="0">
                <a:solidFill>
                  <a:srgbClr val="4E5B53"/>
                </a:solidFill>
                <a:latin typeface="Arial"/>
                <a:ea typeface="Arial"/>
                <a:cs typeface="Arial"/>
              </a:defRPr>
            </a:lvl8pPr>
            <a:lvl9pPr algn="l">
              <a:defRPr sz="1500" b="0" i="0">
                <a:solidFill>
                  <a:srgbClr val="4E5B53"/>
                </a:solidFill>
                <a:latin typeface="Arial"/>
                <a:ea typeface="Arial"/>
                <a:cs typeface="Arial"/>
              </a:defRPr>
            </a:lvl9pPr>
          </a:lstStyle>
          <a:p>
            <a:pPr algn="l">
              <a:defRPr sz="1500" b="0" i="0">
                <a:solidFill>
                  <a:srgbClr val="4E5B53"/>
                </a:solidFill>
                <a:latin typeface="Arial"/>
                <a:ea typeface="Arial"/>
                <a:cs typeface="Arial"/>
              </a:defRPr>
            </a:pPr>
            <a:r>
              <a:rPr sz="1500" b="0" i="0">
                <a:solidFill>
                  <a:srgbClr val="4E5B53"/>
                </a:solidFill>
                <a:latin typeface="Arial"/>
                <a:ea typeface="Arial"/>
                <a:cs typeface="Arial"/>
              </a:rPr>
              <a:t>Show accepted materials, the source and the date each location was checked.</a:t>
            </a:r>
          </a:p>
        </p:txBody>
      </p:sp>
      <p:sp>
        <p:nvSpPr>
          <p:cNvPr id="9" name="Rectangle 8">
            <a:extLst>
              <a:ext uri="{FF2B5EF4-FFF2-40B4-BE49-F238E27FC236}">
                <a16:creationId xmlns:a16="http://schemas.microsoft.com/office/drawing/2014/main" id="{B95DEF75-E9A9-4946-8160-BBA29F6C851F}"/>
              </a:ext>
            </a:extLst>
          </p:cNvPr>
          <p:cNvSpPr>
            <a:spLocks noGrp="1"/>
          </p:cNvSpPr>
          <p:nvPr/>
        </p:nvSpPr>
        <p:spPr>
          <a:xfrm>
            <a:off x="781050" y="4343400"/>
            <a:ext cx="3067050" cy="9525"/>
          </a:xfrm>
          <a:prstGeom prst="rect">
            <a:avLst/>
          </a:prstGeom>
          <a:solidFill>
            <a:srgbClr val="DDDED3"/>
          </a:solidFill>
          <a:ln w="0">
            <a:noFill/>
            <a:prstDash val="solid"/>
          </a:ln>
        </p:spPr>
      </p:sp>
      <p:sp>
        <p:nvSpPr>
          <p:cNvPr id="10" name="Rectangle 9">
            <a:extLst>
              <a:ext uri="{FF2B5EF4-FFF2-40B4-BE49-F238E27FC236}">
                <a16:creationId xmlns:a16="http://schemas.microsoft.com/office/drawing/2014/main" id="{159C496D-32C0-4470-BFBB-19A14381F3EE}"/>
              </a:ext>
            </a:extLst>
          </p:cNvPr>
          <p:cNvSpPr>
            <a:spLocks noGrp="1"/>
          </p:cNvSpPr>
          <p:nvPr/>
        </p:nvSpPr>
        <p:spPr>
          <a:xfrm>
            <a:off x="781050" y="4514850"/>
            <a:ext cx="3067050" cy="476250"/>
          </a:xfrm>
          <a:prstGeom prst="rect">
            <a:avLst/>
          </a:prstGeom>
          <a:noFill/>
          <a:ln w="0">
            <a:noFill/>
            <a:prstDash val="solid"/>
          </a:ln>
        </p:spPr>
        <p:txBody>
          <a:bodyPr wrap="square" lIns="0" tIns="0" rIns="0" bIns="0" anchor="t">
            <a:noAutofit/>
          </a:bodyPr>
          <a:lstStyle>
            <a:defPPr algn="l">
              <a:defRPr sz="1050" b="1" i="0">
                <a:solidFill>
                  <a:srgbClr val="737B71"/>
                </a:solidFill>
                <a:latin typeface="Arial"/>
                <a:ea typeface="Arial"/>
                <a:cs typeface="Arial"/>
              </a:defRPr>
            </a:defPPr>
            <a:lvl1pPr algn="l">
              <a:defRPr sz="1050" b="1" i="0">
                <a:solidFill>
                  <a:srgbClr val="737B71"/>
                </a:solidFill>
                <a:latin typeface="Arial"/>
                <a:ea typeface="Arial"/>
                <a:cs typeface="Arial"/>
              </a:defRPr>
            </a:lvl1pPr>
            <a:lvl2pPr algn="l">
              <a:defRPr sz="1050" b="1" i="0">
                <a:solidFill>
                  <a:srgbClr val="737B71"/>
                </a:solidFill>
                <a:latin typeface="Arial"/>
                <a:ea typeface="Arial"/>
                <a:cs typeface="Arial"/>
              </a:defRPr>
            </a:lvl2pPr>
            <a:lvl3pPr algn="l">
              <a:defRPr sz="1050" b="1" i="0">
                <a:solidFill>
                  <a:srgbClr val="737B71"/>
                </a:solidFill>
                <a:latin typeface="Arial"/>
                <a:ea typeface="Arial"/>
                <a:cs typeface="Arial"/>
              </a:defRPr>
            </a:lvl3pPr>
            <a:lvl4pPr algn="l">
              <a:defRPr sz="1050" b="1" i="0">
                <a:solidFill>
                  <a:srgbClr val="737B71"/>
                </a:solidFill>
                <a:latin typeface="Arial"/>
                <a:ea typeface="Arial"/>
                <a:cs typeface="Arial"/>
              </a:defRPr>
            </a:lvl4pPr>
            <a:lvl5pPr algn="l">
              <a:defRPr sz="1050" b="1" i="0">
                <a:solidFill>
                  <a:srgbClr val="737B71"/>
                </a:solidFill>
                <a:latin typeface="Arial"/>
                <a:ea typeface="Arial"/>
                <a:cs typeface="Arial"/>
              </a:defRPr>
            </a:lvl5pPr>
            <a:lvl6pPr algn="l">
              <a:defRPr sz="1050" b="1" i="0">
                <a:solidFill>
                  <a:srgbClr val="737B71"/>
                </a:solidFill>
                <a:latin typeface="Arial"/>
                <a:ea typeface="Arial"/>
                <a:cs typeface="Arial"/>
              </a:defRPr>
            </a:lvl6pPr>
            <a:lvl7pPr algn="l">
              <a:defRPr sz="1050" b="1" i="0">
                <a:solidFill>
                  <a:srgbClr val="737B71"/>
                </a:solidFill>
                <a:latin typeface="Arial"/>
                <a:ea typeface="Arial"/>
                <a:cs typeface="Arial"/>
              </a:defRPr>
            </a:lvl7pPr>
            <a:lvl8pPr algn="l">
              <a:defRPr sz="1050" b="1" i="0">
                <a:solidFill>
                  <a:srgbClr val="737B71"/>
                </a:solidFill>
                <a:latin typeface="Arial"/>
                <a:ea typeface="Arial"/>
                <a:cs typeface="Arial"/>
              </a:defRPr>
            </a:lvl8pPr>
            <a:lvl9pPr algn="l">
              <a:defRPr sz="1050" b="1" i="0">
                <a:solidFill>
                  <a:srgbClr val="737B71"/>
                </a:solidFill>
                <a:latin typeface="Arial"/>
                <a:ea typeface="Arial"/>
                <a:cs typeface="Arial"/>
              </a:defRPr>
            </a:lvl9pPr>
          </a:lstStyle>
          <a:p>
            <a:pPr algn="l">
              <a:defRPr sz="1050" b="1" i="0">
                <a:solidFill>
                  <a:srgbClr val="737B71"/>
                </a:solidFill>
                <a:latin typeface="Arial"/>
                <a:ea typeface="Arial"/>
                <a:cs typeface="Arial"/>
              </a:defRPr>
            </a:pPr>
            <a:r>
              <a:rPr sz="1050" b="1" i="0">
                <a:solidFill>
                  <a:srgbClr val="737B71"/>
                </a:solidFill>
                <a:latin typeface="Arial"/>
                <a:ea typeface="Arial"/>
                <a:cs typeface="Arial"/>
              </a:rPr>
              <a:t>CURRENT PAGE: NO VERIFIED PLACES</a:t>
            </a:r>
          </a:p>
        </p:txBody>
      </p:sp>
      <p:sp>
        <p:nvSpPr>
          <p:cNvPr id="11" name="Rectangle 10">
            <a:extLst>
              <a:ext uri="{FF2B5EF4-FFF2-40B4-BE49-F238E27FC236}">
                <a16:creationId xmlns:a16="http://schemas.microsoft.com/office/drawing/2014/main" id="{8AD37241-EC80-436D-9D6B-739C506DE995}"/>
              </a:ext>
            </a:extLst>
          </p:cNvPr>
          <p:cNvSpPr>
            <a:spLocks noGrp="1"/>
          </p:cNvSpPr>
          <p:nvPr/>
        </p:nvSpPr>
        <p:spPr>
          <a:xfrm>
            <a:off x="4476750" y="2114550"/>
            <a:ext cx="685800" cy="38100"/>
          </a:xfrm>
          <a:prstGeom prst="rect">
            <a:avLst/>
          </a:prstGeom>
          <a:solidFill>
            <a:srgbClr val="D4AD78"/>
          </a:solidFill>
          <a:ln w="0">
            <a:noFill/>
            <a:prstDash val="solid"/>
          </a:ln>
        </p:spPr>
      </p:sp>
      <p:sp>
        <p:nvSpPr>
          <p:cNvPr id="12" name="Rectangle 11">
            <a:extLst>
              <a:ext uri="{FF2B5EF4-FFF2-40B4-BE49-F238E27FC236}">
                <a16:creationId xmlns:a16="http://schemas.microsoft.com/office/drawing/2014/main" id="{6A5C13A2-EE73-4862-86B6-E75BEB534704}"/>
              </a:ext>
            </a:extLst>
          </p:cNvPr>
          <p:cNvSpPr>
            <a:spLocks noGrp="1"/>
          </p:cNvSpPr>
          <p:nvPr/>
        </p:nvSpPr>
        <p:spPr>
          <a:xfrm>
            <a:off x="4476750" y="2381250"/>
            <a:ext cx="457200" cy="323850"/>
          </a:xfrm>
          <a:prstGeom prst="rect">
            <a:avLst/>
          </a:prstGeom>
          <a:noFill/>
          <a:ln w="0">
            <a:noFill/>
            <a:prstDash val="solid"/>
          </a:ln>
        </p:spPr>
        <p:txBody>
          <a:bodyPr wrap="square" lIns="0" tIns="0" rIns="0" bIns="0" anchor="t">
            <a:noAutofit/>
          </a:bodyPr>
          <a:lstStyle>
            <a:defPPr algn="l">
              <a:defRPr sz="1725" b="1" i="0">
                <a:solidFill>
                  <a:srgbClr val="D4AD78"/>
                </a:solidFill>
                <a:latin typeface="Arial"/>
                <a:ea typeface="Arial"/>
                <a:cs typeface="Arial"/>
              </a:defRPr>
            </a:defPPr>
            <a:lvl1pPr algn="l">
              <a:defRPr sz="1725" b="1" i="0">
                <a:solidFill>
                  <a:srgbClr val="D4AD78"/>
                </a:solidFill>
                <a:latin typeface="Arial"/>
                <a:ea typeface="Arial"/>
                <a:cs typeface="Arial"/>
              </a:defRPr>
            </a:lvl1pPr>
            <a:lvl2pPr algn="l">
              <a:defRPr sz="1725" b="1" i="0">
                <a:solidFill>
                  <a:srgbClr val="D4AD78"/>
                </a:solidFill>
                <a:latin typeface="Arial"/>
                <a:ea typeface="Arial"/>
                <a:cs typeface="Arial"/>
              </a:defRPr>
            </a:lvl2pPr>
            <a:lvl3pPr algn="l">
              <a:defRPr sz="1725" b="1" i="0">
                <a:solidFill>
                  <a:srgbClr val="D4AD78"/>
                </a:solidFill>
                <a:latin typeface="Arial"/>
                <a:ea typeface="Arial"/>
                <a:cs typeface="Arial"/>
              </a:defRPr>
            </a:lvl3pPr>
            <a:lvl4pPr algn="l">
              <a:defRPr sz="1725" b="1" i="0">
                <a:solidFill>
                  <a:srgbClr val="D4AD78"/>
                </a:solidFill>
                <a:latin typeface="Arial"/>
                <a:ea typeface="Arial"/>
                <a:cs typeface="Arial"/>
              </a:defRPr>
            </a:lvl4pPr>
            <a:lvl5pPr algn="l">
              <a:defRPr sz="1725" b="1" i="0">
                <a:solidFill>
                  <a:srgbClr val="D4AD78"/>
                </a:solidFill>
                <a:latin typeface="Arial"/>
                <a:ea typeface="Arial"/>
                <a:cs typeface="Arial"/>
              </a:defRPr>
            </a:lvl5pPr>
            <a:lvl6pPr algn="l">
              <a:defRPr sz="1725" b="1" i="0">
                <a:solidFill>
                  <a:srgbClr val="D4AD78"/>
                </a:solidFill>
                <a:latin typeface="Arial"/>
                <a:ea typeface="Arial"/>
                <a:cs typeface="Arial"/>
              </a:defRPr>
            </a:lvl6pPr>
            <a:lvl7pPr algn="l">
              <a:defRPr sz="1725" b="1" i="0">
                <a:solidFill>
                  <a:srgbClr val="D4AD78"/>
                </a:solidFill>
                <a:latin typeface="Arial"/>
                <a:ea typeface="Arial"/>
                <a:cs typeface="Arial"/>
              </a:defRPr>
            </a:lvl7pPr>
            <a:lvl8pPr algn="l">
              <a:defRPr sz="1725" b="1" i="0">
                <a:solidFill>
                  <a:srgbClr val="D4AD78"/>
                </a:solidFill>
                <a:latin typeface="Arial"/>
                <a:ea typeface="Arial"/>
                <a:cs typeface="Arial"/>
              </a:defRPr>
            </a:lvl8pPr>
            <a:lvl9pPr algn="l">
              <a:defRPr sz="1725" b="1" i="0">
                <a:solidFill>
                  <a:srgbClr val="D4AD78"/>
                </a:solidFill>
                <a:latin typeface="Arial"/>
                <a:ea typeface="Arial"/>
                <a:cs typeface="Arial"/>
              </a:defRPr>
            </a:lvl9pPr>
          </a:lstStyle>
          <a:p>
            <a:pPr algn="l">
              <a:defRPr sz="1725" b="1" i="0">
                <a:solidFill>
                  <a:srgbClr val="D4AD78"/>
                </a:solidFill>
                <a:latin typeface="Arial"/>
                <a:ea typeface="Arial"/>
                <a:cs typeface="Arial"/>
              </a:defRPr>
            </a:pPr>
            <a:r>
              <a:rPr sz="1725" b="1" i="0">
                <a:solidFill>
                  <a:srgbClr val="D4AD78"/>
                </a:solidFill>
                <a:latin typeface="Arial"/>
                <a:ea typeface="Arial"/>
                <a:cs typeface="Arial"/>
              </a:rPr>
              <a:t>02</a:t>
            </a:r>
          </a:p>
        </p:txBody>
      </p:sp>
      <p:sp>
        <p:nvSpPr>
          <p:cNvPr id="13" name="Rectangle 12">
            <a:extLst>
              <a:ext uri="{FF2B5EF4-FFF2-40B4-BE49-F238E27FC236}">
                <a16:creationId xmlns:a16="http://schemas.microsoft.com/office/drawing/2014/main" id="{D8E1904F-2AA1-4DF4-8B14-2B0F5EA71A4A}"/>
              </a:ext>
            </a:extLst>
          </p:cNvPr>
          <p:cNvSpPr>
            <a:spLocks noGrp="1"/>
          </p:cNvSpPr>
          <p:nvPr/>
        </p:nvSpPr>
        <p:spPr>
          <a:xfrm>
            <a:off x="4476750" y="2800350"/>
            <a:ext cx="3143250" cy="361950"/>
          </a:xfrm>
          <a:prstGeom prst="rect">
            <a:avLst/>
          </a:prstGeom>
          <a:noFill/>
          <a:ln w="0">
            <a:noFill/>
            <a:prstDash val="solid"/>
          </a:ln>
        </p:spPr>
        <p:txBody>
          <a:bodyPr wrap="square" lIns="0" tIns="0" rIns="0" bIns="0" anchor="t">
            <a:noAutofit/>
          </a:bodyPr>
          <a:lstStyle>
            <a:defPPr algn="l">
              <a:defRPr sz="1950" b="1" i="0">
                <a:solidFill>
                  <a:srgbClr val="17231D"/>
                </a:solidFill>
                <a:latin typeface="Arial"/>
                <a:ea typeface="Arial"/>
                <a:cs typeface="Arial"/>
              </a:defRPr>
            </a:defPPr>
            <a:lvl1pPr algn="l">
              <a:defRPr sz="1950" b="1" i="0">
                <a:solidFill>
                  <a:srgbClr val="17231D"/>
                </a:solidFill>
                <a:latin typeface="Arial"/>
                <a:ea typeface="Arial"/>
                <a:cs typeface="Arial"/>
              </a:defRPr>
            </a:lvl1pPr>
            <a:lvl2pPr algn="l">
              <a:defRPr sz="1950" b="1" i="0">
                <a:solidFill>
                  <a:srgbClr val="17231D"/>
                </a:solidFill>
                <a:latin typeface="Arial"/>
                <a:ea typeface="Arial"/>
                <a:cs typeface="Arial"/>
              </a:defRPr>
            </a:lvl2pPr>
            <a:lvl3pPr algn="l">
              <a:defRPr sz="1950" b="1" i="0">
                <a:solidFill>
                  <a:srgbClr val="17231D"/>
                </a:solidFill>
                <a:latin typeface="Arial"/>
                <a:ea typeface="Arial"/>
                <a:cs typeface="Arial"/>
              </a:defRPr>
            </a:lvl3pPr>
            <a:lvl4pPr algn="l">
              <a:defRPr sz="1950" b="1" i="0">
                <a:solidFill>
                  <a:srgbClr val="17231D"/>
                </a:solidFill>
                <a:latin typeface="Arial"/>
                <a:ea typeface="Arial"/>
                <a:cs typeface="Arial"/>
              </a:defRPr>
            </a:lvl4pPr>
            <a:lvl5pPr algn="l">
              <a:defRPr sz="1950" b="1" i="0">
                <a:solidFill>
                  <a:srgbClr val="17231D"/>
                </a:solidFill>
                <a:latin typeface="Arial"/>
                <a:ea typeface="Arial"/>
                <a:cs typeface="Arial"/>
              </a:defRPr>
            </a:lvl5pPr>
            <a:lvl6pPr algn="l">
              <a:defRPr sz="1950" b="1" i="0">
                <a:solidFill>
                  <a:srgbClr val="17231D"/>
                </a:solidFill>
                <a:latin typeface="Arial"/>
                <a:ea typeface="Arial"/>
                <a:cs typeface="Arial"/>
              </a:defRPr>
            </a:lvl6pPr>
            <a:lvl7pPr algn="l">
              <a:defRPr sz="1950" b="1" i="0">
                <a:solidFill>
                  <a:srgbClr val="17231D"/>
                </a:solidFill>
                <a:latin typeface="Arial"/>
                <a:ea typeface="Arial"/>
                <a:cs typeface="Arial"/>
              </a:defRPr>
            </a:lvl7pPr>
            <a:lvl8pPr algn="l">
              <a:defRPr sz="1950" b="1" i="0">
                <a:solidFill>
                  <a:srgbClr val="17231D"/>
                </a:solidFill>
                <a:latin typeface="Arial"/>
                <a:ea typeface="Arial"/>
                <a:cs typeface="Arial"/>
              </a:defRPr>
            </a:lvl8pPr>
            <a:lvl9pPr algn="l">
              <a:defRPr sz="1950" b="1" i="0">
                <a:solidFill>
                  <a:srgbClr val="17231D"/>
                </a:solidFill>
                <a:latin typeface="Arial"/>
                <a:ea typeface="Arial"/>
                <a:cs typeface="Arial"/>
              </a:defRPr>
            </a:lvl9pPr>
          </a:lstStyle>
          <a:p>
            <a:pPr algn="l">
              <a:defRPr sz="1950" b="1" i="0">
                <a:solidFill>
                  <a:srgbClr val="17231D"/>
                </a:solidFill>
                <a:latin typeface="Arial"/>
                <a:ea typeface="Arial"/>
                <a:cs typeface="Arial"/>
              </a:defRPr>
            </a:pPr>
            <a:r>
              <a:rPr sz="1950" b="1" i="0">
                <a:solidFill>
                  <a:srgbClr val="17231D"/>
                </a:solidFill>
                <a:latin typeface="Arial"/>
                <a:ea typeface="Arial"/>
                <a:cs typeface="Arial"/>
              </a:rPr>
              <a:t>Fullness reports</a:t>
            </a:r>
          </a:p>
        </p:txBody>
      </p:sp>
      <p:sp>
        <p:nvSpPr>
          <p:cNvPr id="14" name="Rectangle 13">
            <a:extLst>
              <a:ext uri="{FF2B5EF4-FFF2-40B4-BE49-F238E27FC236}">
                <a16:creationId xmlns:a16="http://schemas.microsoft.com/office/drawing/2014/main" id="{F07EB84C-D03C-44E3-94B6-BC55D05C9E8A}"/>
              </a:ext>
            </a:extLst>
          </p:cNvPr>
          <p:cNvSpPr>
            <a:spLocks noGrp="1"/>
          </p:cNvSpPr>
          <p:nvPr/>
        </p:nvSpPr>
        <p:spPr>
          <a:xfrm>
            <a:off x="4476750" y="3305175"/>
            <a:ext cx="3067050" cy="876300"/>
          </a:xfrm>
          <a:prstGeom prst="rect">
            <a:avLst/>
          </a:prstGeom>
          <a:noFill/>
          <a:ln w="0">
            <a:noFill/>
            <a:prstDash val="solid"/>
          </a:ln>
        </p:spPr>
        <p:txBody>
          <a:bodyPr wrap="square" lIns="0" tIns="0" rIns="0" bIns="0" anchor="t">
            <a:noAutofit/>
          </a:bodyPr>
          <a:lstStyle>
            <a:defPPr algn="l">
              <a:defRPr sz="1500" b="0" i="0">
                <a:solidFill>
                  <a:srgbClr val="4E5B53"/>
                </a:solidFill>
                <a:latin typeface="Arial"/>
                <a:ea typeface="Arial"/>
                <a:cs typeface="Arial"/>
              </a:defRPr>
            </a:defPPr>
            <a:lvl1pPr algn="l">
              <a:defRPr sz="1500" b="0" i="0">
                <a:solidFill>
                  <a:srgbClr val="4E5B53"/>
                </a:solidFill>
                <a:latin typeface="Arial"/>
                <a:ea typeface="Arial"/>
                <a:cs typeface="Arial"/>
              </a:defRPr>
            </a:lvl1pPr>
            <a:lvl2pPr algn="l">
              <a:defRPr sz="1500" b="0" i="0">
                <a:solidFill>
                  <a:srgbClr val="4E5B53"/>
                </a:solidFill>
                <a:latin typeface="Arial"/>
                <a:ea typeface="Arial"/>
                <a:cs typeface="Arial"/>
              </a:defRPr>
            </a:lvl2pPr>
            <a:lvl3pPr algn="l">
              <a:defRPr sz="1500" b="0" i="0">
                <a:solidFill>
                  <a:srgbClr val="4E5B53"/>
                </a:solidFill>
                <a:latin typeface="Arial"/>
                <a:ea typeface="Arial"/>
                <a:cs typeface="Arial"/>
              </a:defRPr>
            </a:lvl3pPr>
            <a:lvl4pPr algn="l">
              <a:defRPr sz="1500" b="0" i="0">
                <a:solidFill>
                  <a:srgbClr val="4E5B53"/>
                </a:solidFill>
                <a:latin typeface="Arial"/>
                <a:ea typeface="Arial"/>
                <a:cs typeface="Arial"/>
              </a:defRPr>
            </a:lvl4pPr>
            <a:lvl5pPr algn="l">
              <a:defRPr sz="1500" b="0" i="0">
                <a:solidFill>
                  <a:srgbClr val="4E5B53"/>
                </a:solidFill>
                <a:latin typeface="Arial"/>
                <a:ea typeface="Arial"/>
                <a:cs typeface="Arial"/>
              </a:defRPr>
            </a:lvl5pPr>
            <a:lvl6pPr algn="l">
              <a:defRPr sz="1500" b="0" i="0">
                <a:solidFill>
                  <a:srgbClr val="4E5B53"/>
                </a:solidFill>
                <a:latin typeface="Arial"/>
                <a:ea typeface="Arial"/>
                <a:cs typeface="Arial"/>
              </a:defRPr>
            </a:lvl6pPr>
            <a:lvl7pPr algn="l">
              <a:defRPr sz="1500" b="0" i="0">
                <a:solidFill>
                  <a:srgbClr val="4E5B53"/>
                </a:solidFill>
                <a:latin typeface="Arial"/>
                <a:ea typeface="Arial"/>
                <a:cs typeface="Arial"/>
              </a:defRPr>
            </a:lvl7pPr>
            <a:lvl8pPr algn="l">
              <a:defRPr sz="1500" b="0" i="0">
                <a:solidFill>
                  <a:srgbClr val="4E5B53"/>
                </a:solidFill>
                <a:latin typeface="Arial"/>
                <a:ea typeface="Arial"/>
                <a:cs typeface="Arial"/>
              </a:defRPr>
            </a:lvl8pPr>
            <a:lvl9pPr algn="l">
              <a:defRPr sz="1500" b="0" i="0">
                <a:solidFill>
                  <a:srgbClr val="4E5B53"/>
                </a:solidFill>
                <a:latin typeface="Arial"/>
                <a:ea typeface="Arial"/>
                <a:cs typeface="Arial"/>
              </a:defRPr>
            </a:lvl9pPr>
          </a:lstStyle>
          <a:p>
            <a:pPr algn="l">
              <a:defRPr sz="1500" b="0" i="0">
                <a:solidFill>
                  <a:srgbClr val="4E5B53"/>
                </a:solidFill>
                <a:latin typeface="Arial"/>
                <a:ea typeface="Arial"/>
                <a:cs typeface="Arial"/>
              </a:defRPr>
            </a:pPr>
            <a:r>
              <a:rPr sz="1500" b="0" i="0">
                <a:solidFill>
                  <a:srgbClr val="4E5B53"/>
                </a:solidFill>
                <a:latin typeface="Arial"/>
                <a:ea typeface="Arial"/>
                <a:cs typeface="Arial"/>
              </a:rPr>
              <a:t>Use empty, half-full and full states. Give reports a timestamp and a review path.</a:t>
            </a:r>
          </a:p>
        </p:txBody>
      </p:sp>
      <p:sp>
        <p:nvSpPr>
          <p:cNvPr id="15" name="Rectangle 14">
            <a:extLst>
              <a:ext uri="{FF2B5EF4-FFF2-40B4-BE49-F238E27FC236}">
                <a16:creationId xmlns:a16="http://schemas.microsoft.com/office/drawing/2014/main" id="{77039D85-84E4-46FE-9A56-026D33C79D6B}"/>
              </a:ext>
            </a:extLst>
          </p:cNvPr>
          <p:cNvSpPr>
            <a:spLocks noGrp="1"/>
          </p:cNvSpPr>
          <p:nvPr/>
        </p:nvSpPr>
        <p:spPr>
          <a:xfrm>
            <a:off x="4476750" y="4343400"/>
            <a:ext cx="3067050" cy="9525"/>
          </a:xfrm>
          <a:prstGeom prst="rect">
            <a:avLst/>
          </a:prstGeom>
          <a:solidFill>
            <a:srgbClr val="DDDED3"/>
          </a:solidFill>
          <a:ln w="0">
            <a:noFill/>
            <a:prstDash val="solid"/>
          </a:ln>
        </p:spPr>
      </p:sp>
      <p:sp>
        <p:nvSpPr>
          <p:cNvPr id="16" name="Rectangle 15">
            <a:extLst>
              <a:ext uri="{FF2B5EF4-FFF2-40B4-BE49-F238E27FC236}">
                <a16:creationId xmlns:a16="http://schemas.microsoft.com/office/drawing/2014/main" id="{909B059B-491E-4C6B-B132-657118B99E8E}"/>
              </a:ext>
            </a:extLst>
          </p:cNvPr>
          <p:cNvSpPr>
            <a:spLocks noGrp="1"/>
          </p:cNvSpPr>
          <p:nvPr/>
        </p:nvSpPr>
        <p:spPr>
          <a:xfrm>
            <a:off x="4476750" y="4514850"/>
            <a:ext cx="3067050" cy="476250"/>
          </a:xfrm>
          <a:prstGeom prst="rect">
            <a:avLst/>
          </a:prstGeom>
          <a:noFill/>
          <a:ln w="0">
            <a:noFill/>
            <a:prstDash val="solid"/>
          </a:ln>
        </p:spPr>
        <p:txBody>
          <a:bodyPr wrap="square" lIns="0" tIns="0" rIns="0" bIns="0" anchor="t">
            <a:noAutofit/>
          </a:bodyPr>
          <a:lstStyle>
            <a:defPPr algn="l">
              <a:defRPr sz="1050" b="1" i="0">
                <a:solidFill>
                  <a:srgbClr val="737B71"/>
                </a:solidFill>
                <a:latin typeface="Arial"/>
                <a:ea typeface="Arial"/>
                <a:cs typeface="Arial"/>
              </a:defRPr>
            </a:defPPr>
            <a:lvl1pPr algn="l">
              <a:defRPr sz="1050" b="1" i="0">
                <a:solidFill>
                  <a:srgbClr val="737B71"/>
                </a:solidFill>
                <a:latin typeface="Arial"/>
                <a:ea typeface="Arial"/>
                <a:cs typeface="Arial"/>
              </a:defRPr>
            </a:lvl1pPr>
            <a:lvl2pPr algn="l">
              <a:defRPr sz="1050" b="1" i="0">
                <a:solidFill>
                  <a:srgbClr val="737B71"/>
                </a:solidFill>
                <a:latin typeface="Arial"/>
                <a:ea typeface="Arial"/>
                <a:cs typeface="Arial"/>
              </a:defRPr>
            </a:lvl2pPr>
            <a:lvl3pPr algn="l">
              <a:defRPr sz="1050" b="1" i="0">
                <a:solidFill>
                  <a:srgbClr val="737B71"/>
                </a:solidFill>
                <a:latin typeface="Arial"/>
                <a:ea typeface="Arial"/>
                <a:cs typeface="Arial"/>
              </a:defRPr>
            </a:lvl3pPr>
            <a:lvl4pPr algn="l">
              <a:defRPr sz="1050" b="1" i="0">
                <a:solidFill>
                  <a:srgbClr val="737B71"/>
                </a:solidFill>
                <a:latin typeface="Arial"/>
                <a:ea typeface="Arial"/>
                <a:cs typeface="Arial"/>
              </a:defRPr>
            </a:lvl4pPr>
            <a:lvl5pPr algn="l">
              <a:defRPr sz="1050" b="1" i="0">
                <a:solidFill>
                  <a:srgbClr val="737B71"/>
                </a:solidFill>
                <a:latin typeface="Arial"/>
                <a:ea typeface="Arial"/>
                <a:cs typeface="Arial"/>
              </a:defRPr>
            </a:lvl5pPr>
            <a:lvl6pPr algn="l">
              <a:defRPr sz="1050" b="1" i="0">
                <a:solidFill>
                  <a:srgbClr val="737B71"/>
                </a:solidFill>
                <a:latin typeface="Arial"/>
                <a:ea typeface="Arial"/>
                <a:cs typeface="Arial"/>
              </a:defRPr>
            </a:lvl6pPr>
            <a:lvl7pPr algn="l">
              <a:defRPr sz="1050" b="1" i="0">
                <a:solidFill>
                  <a:srgbClr val="737B71"/>
                </a:solidFill>
                <a:latin typeface="Arial"/>
                <a:ea typeface="Arial"/>
                <a:cs typeface="Arial"/>
              </a:defRPr>
            </a:lvl7pPr>
            <a:lvl8pPr algn="l">
              <a:defRPr sz="1050" b="1" i="0">
                <a:solidFill>
                  <a:srgbClr val="737B71"/>
                </a:solidFill>
                <a:latin typeface="Arial"/>
                <a:ea typeface="Arial"/>
                <a:cs typeface="Arial"/>
              </a:defRPr>
            </a:lvl8pPr>
            <a:lvl9pPr algn="l">
              <a:defRPr sz="1050" b="1" i="0">
                <a:solidFill>
                  <a:srgbClr val="737B71"/>
                </a:solidFill>
                <a:latin typeface="Arial"/>
                <a:ea typeface="Arial"/>
                <a:cs typeface="Arial"/>
              </a:defRPr>
            </a:lvl9pPr>
          </a:lstStyle>
          <a:p>
            <a:pPr algn="l">
              <a:defRPr sz="1050" b="1" i="0">
                <a:solidFill>
                  <a:srgbClr val="737B71"/>
                </a:solidFill>
                <a:latin typeface="Arial"/>
                <a:ea typeface="Arial"/>
                <a:cs typeface="Arial"/>
              </a:defRPr>
            </a:pPr>
            <a:r>
              <a:rPr sz="1050" b="1" i="0">
                <a:solidFill>
                  <a:srgbClr val="737B71"/>
                </a:solidFill>
                <a:latin typeface="Arial"/>
                <a:ea typeface="Arial"/>
                <a:cs typeface="Arial"/>
              </a:rPr>
              <a:t>PROTOTYPE REPORTS STAY IN BROWSER</a:t>
            </a:r>
          </a:p>
        </p:txBody>
      </p:sp>
      <p:sp>
        <p:nvSpPr>
          <p:cNvPr id="17" name="Rectangle 16">
            <a:extLst>
              <a:ext uri="{FF2B5EF4-FFF2-40B4-BE49-F238E27FC236}">
                <a16:creationId xmlns:a16="http://schemas.microsoft.com/office/drawing/2014/main" id="{6A48E3EA-A6C6-4B6C-B0B5-8560A799B813}"/>
              </a:ext>
            </a:extLst>
          </p:cNvPr>
          <p:cNvSpPr>
            <a:spLocks noGrp="1"/>
          </p:cNvSpPr>
          <p:nvPr/>
        </p:nvSpPr>
        <p:spPr>
          <a:xfrm>
            <a:off x="8172450" y="2114550"/>
            <a:ext cx="685800" cy="38100"/>
          </a:xfrm>
          <a:prstGeom prst="rect">
            <a:avLst/>
          </a:prstGeom>
          <a:solidFill>
            <a:srgbClr val="82977F"/>
          </a:solidFill>
          <a:ln w="0">
            <a:noFill/>
            <a:prstDash val="solid"/>
          </a:ln>
        </p:spPr>
      </p:sp>
      <p:sp>
        <p:nvSpPr>
          <p:cNvPr id="18" name="Rectangle 17">
            <a:extLst>
              <a:ext uri="{FF2B5EF4-FFF2-40B4-BE49-F238E27FC236}">
                <a16:creationId xmlns:a16="http://schemas.microsoft.com/office/drawing/2014/main" id="{8E374E21-53DF-4138-A0C7-732434372609}"/>
              </a:ext>
            </a:extLst>
          </p:cNvPr>
          <p:cNvSpPr>
            <a:spLocks noGrp="1"/>
          </p:cNvSpPr>
          <p:nvPr/>
        </p:nvSpPr>
        <p:spPr>
          <a:xfrm>
            <a:off x="8172450" y="2381250"/>
            <a:ext cx="457200" cy="323850"/>
          </a:xfrm>
          <a:prstGeom prst="rect">
            <a:avLst/>
          </a:prstGeom>
          <a:noFill/>
          <a:ln w="0">
            <a:noFill/>
            <a:prstDash val="solid"/>
          </a:ln>
        </p:spPr>
        <p:txBody>
          <a:bodyPr wrap="square" lIns="0" tIns="0" rIns="0" bIns="0" anchor="t">
            <a:noAutofit/>
          </a:bodyPr>
          <a:lstStyle>
            <a:defPPr algn="l">
              <a:defRPr sz="1725" b="1" i="0">
                <a:solidFill>
                  <a:srgbClr val="82977F"/>
                </a:solidFill>
                <a:latin typeface="Arial"/>
                <a:ea typeface="Arial"/>
                <a:cs typeface="Arial"/>
              </a:defRPr>
            </a:defPPr>
            <a:lvl1pPr algn="l">
              <a:defRPr sz="1725" b="1" i="0">
                <a:solidFill>
                  <a:srgbClr val="82977F"/>
                </a:solidFill>
                <a:latin typeface="Arial"/>
                <a:ea typeface="Arial"/>
                <a:cs typeface="Arial"/>
              </a:defRPr>
            </a:lvl1pPr>
            <a:lvl2pPr algn="l">
              <a:defRPr sz="1725" b="1" i="0">
                <a:solidFill>
                  <a:srgbClr val="82977F"/>
                </a:solidFill>
                <a:latin typeface="Arial"/>
                <a:ea typeface="Arial"/>
                <a:cs typeface="Arial"/>
              </a:defRPr>
            </a:lvl2pPr>
            <a:lvl3pPr algn="l">
              <a:defRPr sz="1725" b="1" i="0">
                <a:solidFill>
                  <a:srgbClr val="82977F"/>
                </a:solidFill>
                <a:latin typeface="Arial"/>
                <a:ea typeface="Arial"/>
                <a:cs typeface="Arial"/>
              </a:defRPr>
            </a:lvl3pPr>
            <a:lvl4pPr algn="l">
              <a:defRPr sz="1725" b="1" i="0">
                <a:solidFill>
                  <a:srgbClr val="82977F"/>
                </a:solidFill>
                <a:latin typeface="Arial"/>
                <a:ea typeface="Arial"/>
                <a:cs typeface="Arial"/>
              </a:defRPr>
            </a:lvl4pPr>
            <a:lvl5pPr algn="l">
              <a:defRPr sz="1725" b="1" i="0">
                <a:solidFill>
                  <a:srgbClr val="82977F"/>
                </a:solidFill>
                <a:latin typeface="Arial"/>
                <a:ea typeface="Arial"/>
                <a:cs typeface="Arial"/>
              </a:defRPr>
            </a:lvl5pPr>
            <a:lvl6pPr algn="l">
              <a:defRPr sz="1725" b="1" i="0">
                <a:solidFill>
                  <a:srgbClr val="82977F"/>
                </a:solidFill>
                <a:latin typeface="Arial"/>
                <a:ea typeface="Arial"/>
                <a:cs typeface="Arial"/>
              </a:defRPr>
            </a:lvl6pPr>
            <a:lvl7pPr algn="l">
              <a:defRPr sz="1725" b="1" i="0">
                <a:solidFill>
                  <a:srgbClr val="82977F"/>
                </a:solidFill>
                <a:latin typeface="Arial"/>
                <a:ea typeface="Arial"/>
                <a:cs typeface="Arial"/>
              </a:defRPr>
            </a:lvl7pPr>
            <a:lvl8pPr algn="l">
              <a:defRPr sz="1725" b="1" i="0">
                <a:solidFill>
                  <a:srgbClr val="82977F"/>
                </a:solidFill>
                <a:latin typeface="Arial"/>
                <a:ea typeface="Arial"/>
                <a:cs typeface="Arial"/>
              </a:defRPr>
            </a:lvl8pPr>
            <a:lvl9pPr algn="l">
              <a:defRPr sz="1725" b="1" i="0">
                <a:solidFill>
                  <a:srgbClr val="82977F"/>
                </a:solidFill>
                <a:latin typeface="Arial"/>
                <a:ea typeface="Arial"/>
                <a:cs typeface="Arial"/>
              </a:defRPr>
            </a:lvl9pPr>
          </a:lstStyle>
          <a:p>
            <a:pPr algn="l">
              <a:defRPr sz="1725" b="1" i="0">
                <a:solidFill>
                  <a:srgbClr val="82977F"/>
                </a:solidFill>
                <a:latin typeface="Arial"/>
                <a:ea typeface="Arial"/>
                <a:cs typeface="Arial"/>
              </a:defRPr>
            </a:pPr>
            <a:r>
              <a:rPr sz="1725" b="1" i="0">
                <a:solidFill>
                  <a:srgbClr val="82977F"/>
                </a:solidFill>
                <a:latin typeface="Arial"/>
                <a:ea typeface="Arial"/>
                <a:cs typeface="Arial"/>
              </a:rPr>
              <a:t>03</a:t>
            </a:r>
          </a:p>
        </p:txBody>
      </p:sp>
      <p:sp>
        <p:nvSpPr>
          <p:cNvPr id="19" name="Rectangle 18">
            <a:extLst>
              <a:ext uri="{FF2B5EF4-FFF2-40B4-BE49-F238E27FC236}">
                <a16:creationId xmlns:a16="http://schemas.microsoft.com/office/drawing/2014/main" id="{354AD9E9-5CAA-431A-A744-6C940D63BCFD}"/>
              </a:ext>
            </a:extLst>
          </p:cNvPr>
          <p:cNvSpPr>
            <a:spLocks noGrp="1"/>
          </p:cNvSpPr>
          <p:nvPr/>
        </p:nvSpPr>
        <p:spPr>
          <a:xfrm>
            <a:off x="8172450" y="2800350"/>
            <a:ext cx="3143250" cy="361950"/>
          </a:xfrm>
          <a:prstGeom prst="rect">
            <a:avLst/>
          </a:prstGeom>
          <a:noFill/>
          <a:ln w="0">
            <a:noFill/>
            <a:prstDash val="solid"/>
          </a:ln>
        </p:spPr>
        <p:txBody>
          <a:bodyPr wrap="square" lIns="0" tIns="0" rIns="0" bIns="0" anchor="t">
            <a:noAutofit/>
          </a:bodyPr>
          <a:lstStyle>
            <a:defPPr algn="l">
              <a:defRPr sz="1950" b="1" i="0">
                <a:solidFill>
                  <a:srgbClr val="17231D"/>
                </a:solidFill>
                <a:latin typeface="Arial"/>
                <a:ea typeface="Arial"/>
                <a:cs typeface="Arial"/>
              </a:defRPr>
            </a:defPPr>
            <a:lvl1pPr algn="l">
              <a:defRPr sz="1950" b="1" i="0">
                <a:solidFill>
                  <a:srgbClr val="17231D"/>
                </a:solidFill>
                <a:latin typeface="Arial"/>
                <a:ea typeface="Arial"/>
                <a:cs typeface="Arial"/>
              </a:defRPr>
            </a:lvl1pPr>
            <a:lvl2pPr algn="l">
              <a:defRPr sz="1950" b="1" i="0">
                <a:solidFill>
                  <a:srgbClr val="17231D"/>
                </a:solidFill>
                <a:latin typeface="Arial"/>
                <a:ea typeface="Arial"/>
                <a:cs typeface="Arial"/>
              </a:defRPr>
            </a:lvl2pPr>
            <a:lvl3pPr algn="l">
              <a:defRPr sz="1950" b="1" i="0">
                <a:solidFill>
                  <a:srgbClr val="17231D"/>
                </a:solidFill>
                <a:latin typeface="Arial"/>
                <a:ea typeface="Arial"/>
                <a:cs typeface="Arial"/>
              </a:defRPr>
            </a:lvl3pPr>
            <a:lvl4pPr algn="l">
              <a:defRPr sz="1950" b="1" i="0">
                <a:solidFill>
                  <a:srgbClr val="17231D"/>
                </a:solidFill>
                <a:latin typeface="Arial"/>
                <a:ea typeface="Arial"/>
                <a:cs typeface="Arial"/>
              </a:defRPr>
            </a:lvl4pPr>
            <a:lvl5pPr algn="l">
              <a:defRPr sz="1950" b="1" i="0">
                <a:solidFill>
                  <a:srgbClr val="17231D"/>
                </a:solidFill>
                <a:latin typeface="Arial"/>
                <a:ea typeface="Arial"/>
                <a:cs typeface="Arial"/>
              </a:defRPr>
            </a:lvl5pPr>
            <a:lvl6pPr algn="l">
              <a:defRPr sz="1950" b="1" i="0">
                <a:solidFill>
                  <a:srgbClr val="17231D"/>
                </a:solidFill>
                <a:latin typeface="Arial"/>
                <a:ea typeface="Arial"/>
                <a:cs typeface="Arial"/>
              </a:defRPr>
            </a:lvl6pPr>
            <a:lvl7pPr algn="l">
              <a:defRPr sz="1950" b="1" i="0">
                <a:solidFill>
                  <a:srgbClr val="17231D"/>
                </a:solidFill>
                <a:latin typeface="Arial"/>
                <a:ea typeface="Arial"/>
                <a:cs typeface="Arial"/>
              </a:defRPr>
            </a:lvl7pPr>
            <a:lvl8pPr algn="l">
              <a:defRPr sz="1950" b="1" i="0">
                <a:solidFill>
                  <a:srgbClr val="17231D"/>
                </a:solidFill>
                <a:latin typeface="Arial"/>
                <a:ea typeface="Arial"/>
                <a:cs typeface="Arial"/>
              </a:defRPr>
            </a:lvl8pPr>
            <a:lvl9pPr algn="l">
              <a:defRPr sz="1950" b="1" i="0">
                <a:solidFill>
                  <a:srgbClr val="17231D"/>
                </a:solidFill>
                <a:latin typeface="Arial"/>
                <a:ea typeface="Arial"/>
                <a:cs typeface="Arial"/>
              </a:defRPr>
            </a:lvl9pPr>
          </a:lstStyle>
          <a:p>
            <a:pPr algn="l">
              <a:defRPr sz="1950" b="1" i="0">
                <a:solidFill>
                  <a:srgbClr val="17231D"/>
                </a:solidFill>
                <a:latin typeface="Arial"/>
                <a:ea typeface="Arial"/>
                <a:cs typeface="Arial"/>
              </a:defRPr>
            </a:pPr>
            <a:r>
              <a:rPr sz="1950" b="1" i="0">
                <a:solidFill>
                  <a:srgbClr val="17231D"/>
                </a:solidFill>
                <a:latin typeface="Arial"/>
                <a:ea typeface="Arial"/>
                <a:cs typeface="Arial"/>
              </a:rPr>
              <a:t>Walking routes</a:t>
            </a:r>
          </a:p>
        </p:txBody>
      </p:sp>
      <p:sp>
        <p:nvSpPr>
          <p:cNvPr id="20" name="Rectangle 19">
            <a:extLst>
              <a:ext uri="{FF2B5EF4-FFF2-40B4-BE49-F238E27FC236}">
                <a16:creationId xmlns:a16="http://schemas.microsoft.com/office/drawing/2014/main" id="{B3752EDA-DFCB-43D1-9B50-FCD154AC01D1}"/>
              </a:ext>
            </a:extLst>
          </p:cNvPr>
          <p:cNvSpPr>
            <a:spLocks noGrp="1"/>
          </p:cNvSpPr>
          <p:nvPr/>
        </p:nvSpPr>
        <p:spPr>
          <a:xfrm>
            <a:off x="8172450" y="3305175"/>
            <a:ext cx="3067050" cy="876300"/>
          </a:xfrm>
          <a:prstGeom prst="rect">
            <a:avLst/>
          </a:prstGeom>
          <a:noFill/>
          <a:ln w="0">
            <a:noFill/>
            <a:prstDash val="solid"/>
          </a:ln>
        </p:spPr>
        <p:txBody>
          <a:bodyPr wrap="square" lIns="0" tIns="0" rIns="0" bIns="0" anchor="t">
            <a:noAutofit/>
          </a:bodyPr>
          <a:lstStyle>
            <a:defPPr algn="l">
              <a:defRPr sz="1500" b="0" i="0">
                <a:solidFill>
                  <a:srgbClr val="4E5B53"/>
                </a:solidFill>
                <a:latin typeface="Arial"/>
                <a:ea typeface="Arial"/>
                <a:cs typeface="Arial"/>
              </a:defRPr>
            </a:defPPr>
            <a:lvl1pPr algn="l">
              <a:defRPr sz="1500" b="0" i="0">
                <a:solidFill>
                  <a:srgbClr val="4E5B53"/>
                </a:solidFill>
                <a:latin typeface="Arial"/>
                <a:ea typeface="Arial"/>
                <a:cs typeface="Arial"/>
              </a:defRPr>
            </a:lvl1pPr>
            <a:lvl2pPr algn="l">
              <a:defRPr sz="1500" b="0" i="0">
                <a:solidFill>
                  <a:srgbClr val="4E5B53"/>
                </a:solidFill>
                <a:latin typeface="Arial"/>
                <a:ea typeface="Arial"/>
                <a:cs typeface="Arial"/>
              </a:defRPr>
            </a:lvl2pPr>
            <a:lvl3pPr algn="l">
              <a:defRPr sz="1500" b="0" i="0">
                <a:solidFill>
                  <a:srgbClr val="4E5B53"/>
                </a:solidFill>
                <a:latin typeface="Arial"/>
                <a:ea typeface="Arial"/>
                <a:cs typeface="Arial"/>
              </a:defRPr>
            </a:lvl3pPr>
            <a:lvl4pPr algn="l">
              <a:defRPr sz="1500" b="0" i="0">
                <a:solidFill>
                  <a:srgbClr val="4E5B53"/>
                </a:solidFill>
                <a:latin typeface="Arial"/>
                <a:ea typeface="Arial"/>
                <a:cs typeface="Arial"/>
              </a:defRPr>
            </a:lvl4pPr>
            <a:lvl5pPr algn="l">
              <a:defRPr sz="1500" b="0" i="0">
                <a:solidFill>
                  <a:srgbClr val="4E5B53"/>
                </a:solidFill>
                <a:latin typeface="Arial"/>
                <a:ea typeface="Arial"/>
                <a:cs typeface="Arial"/>
              </a:defRPr>
            </a:lvl5pPr>
            <a:lvl6pPr algn="l">
              <a:defRPr sz="1500" b="0" i="0">
                <a:solidFill>
                  <a:srgbClr val="4E5B53"/>
                </a:solidFill>
                <a:latin typeface="Arial"/>
                <a:ea typeface="Arial"/>
                <a:cs typeface="Arial"/>
              </a:defRPr>
            </a:lvl6pPr>
            <a:lvl7pPr algn="l">
              <a:defRPr sz="1500" b="0" i="0">
                <a:solidFill>
                  <a:srgbClr val="4E5B53"/>
                </a:solidFill>
                <a:latin typeface="Arial"/>
                <a:ea typeface="Arial"/>
                <a:cs typeface="Arial"/>
              </a:defRPr>
            </a:lvl7pPr>
            <a:lvl8pPr algn="l">
              <a:defRPr sz="1500" b="0" i="0">
                <a:solidFill>
                  <a:srgbClr val="4E5B53"/>
                </a:solidFill>
                <a:latin typeface="Arial"/>
                <a:ea typeface="Arial"/>
                <a:cs typeface="Arial"/>
              </a:defRPr>
            </a:lvl8pPr>
            <a:lvl9pPr algn="l">
              <a:defRPr sz="1500" b="0" i="0">
                <a:solidFill>
                  <a:srgbClr val="4E5B53"/>
                </a:solidFill>
                <a:latin typeface="Arial"/>
                <a:ea typeface="Arial"/>
                <a:cs typeface="Arial"/>
              </a:defRPr>
            </a:lvl9pPr>
          </a:lstStyle>
          <a:p>
            <a:pPr algn="l">
              <a:defRPr sz="1500" b="0" i="0">
                <a:solidFill>
                  <a:srgbClr val="4E5B53"/>
                </a:solidFill>
                <a:latin typeface="Arial"/>
                <a:ea typeface="Arial"/>
                <a:cs typeface="Arial"/>
              </a:defRPr>
            </a:pPr>
            <a:r>
              <a:rPr sz="1500" b="0" i="0">
                <a:solidFill>
                  <a:srgbClr val="4E5B53"/>
                </a:solidFill>
                <a:latin typeface="Arial"/>
                <a:ea typeface="Arial"/>
                <a:cs typeface="Arial"/>
              </a:rPr>
              <a:t>Filter by material and route users to a nearby location that is not full.</a:t>
            </a:r>
          </a:p>
        </p:txBody>
      </p:sp>
      <p:sp>
        <p:nvSpPr>
          <p:cNvPr id="21" name="Rectangle 20">
            <a:extLst>
              <a:ext uri="{FF2B5EF4-FFF2-40B4-BE49-F238E27FC236}">
                <a16:creationId xmlns:a16="http://schemas.microsoft.com/office/drawing/2014/main" id="{64CE192C-FF0E-43BC-8D0B-13D29FD75D47}"/>
              </a:ext>
            </a:extLst>
          </p:cNvPr>
          <p:cNvSpPr>
            <a:spLocks noGrp="1"/>
          </p:cNvSpPr>
          <p:nvPr/>
        </p:nvSpPr>
        <p:spPr>
          <a:xfrm>
            <a:off x="8172450" y="4343400"/>
            <a:ext cx="3067050" cy="9525"/>
          </a:xfrm>
          <a:prstGeom prst="rect">
            <a:avLst/>
          </a:prstGeom>
          <a:solidFill>
            <a:srgbClr val="DDDED3"/>
          </a:solidFill>
          <a:ln w="0">
            <a:noFill/>
            <a:prstDash val="solid"/>
          </a:ln>
        </p:spPr>
      </p:sp>
      <p:sp>
        <p:nvSpPr>
          <p:cNvPr id="22" name="Rectangle 21">
            <a:extLst>
              <a:ext uri="{FF2B5EF4-FFF2-40B4-BE49-F238E27FC236}">
                <a16:creationId xmlns:a16="http://schemas.microsoft.com/office/drawing/2014/main" id="{5030656A-FD8A-48C7-9F6F-FB1E20E8C08C}"/>
              </a:ext>
            </a:extLst>
          </p:cNvPr>
          <p:cNvSpPr>
            <a:spLocks noGrp="1"/>
          </p:cNvSpPr>
          <p:nvPr/>
        </p:nvSpPr>
        <p:spPr>
          <a:xfrm>
            <a:off x="8172450" y="4514850"/>
            <a:ext cx="3067050" cy="476250"/>
          </a:xfrm>
          <a:prstGeom prst="rect">
            <a:avLst/>
          </a:prstGeom>
          <a:noFill/>
          <a:ln w="0">
            <a:noFill/>
            <a:prstDash val="solid"/>
          </a:ln>
        </p:spPr>
        <p:txBody>
          <a:bodyPr wrap="square" lIns="0" tIns="0" rIns="0" bIns="0" anchor="t">
            <a:noAutofit/>
          </a:bodyPr>
          <a:lstStyle>
            <a:defPPr algn="l">
              <a:defRPr sz="1050" b="1" i="0">
                <a:solidFill>
                  <a:srgbClr val="737B71"/>
                </a:solidFill>
                <a:latin typeface="Arial"/>
                <a:ea typeface="Arial"/>
                <a:cs typeface="Arial"/>
              </a:defRPr>
            </a:defPPr>
            <a:lvl1pPr algn="l">
              <a:defRPr sz="1050" b="1" i="0">
                <a:solidFill>
                  <a:srgbClr val="737B71"/>
                </a:solidFill>
                <a:latin typeface="Arial"/>
                <a:ea typeface="Arial"/>
                <a:cs typeface="Arial"/>
              </a:defRPr>
            </a:lvl1pPr>
            <a:lvl2pPr algn="l">
              <a:defRPr sz="1050" b="1" i="0">
                <a:solidFill>
                  <a:srgbClr val="737B71"/>
                </a:solidFill>
                <a:latin typeface="Arial"/>
                <a:ea typeface="Arial"/>
                <a:cs typeface="Arial"/>
              </a:defRPr>
            </a:lvl2pPr>
            <a:lvl3pPr algn="l">
              <a:defRPr sz="1050" b="1" i="0">
                <a:solidFill>
                  <a:srgbClr val="737B71"/>
                </a:solidFill>
                <a:latin typeface="Arial"/>
                <a:ea typeface="Arial"/>
                <a:cs typeface="Arial"/>
              </a:defRPr>
            </a:lvl3pPr>
            <a:lvl4pPr algn="l">
              <a:defRPr sz="1050" b="1" i="0">
                <a:solidFill>
                  <a:srgbClr val="737B71"/>
                </a:solidFill>
                <a:latin typeface="Arial"/>
                <a:ea typeface="Arial"/>
                <a:cs typeface="Arial"/>
              </a:defRPr>
            </a:lvl4pPr>
            <a:lvl5pPr algn="l">
              <a:defRPr sz="1050" b="1" i="0">
                <a:solidFill>
                  <a:srgbClr val="737B71"/>
                </a:solidFill>
                <a:latin typeface="Arial"/>
                <a:ea typeface="Arial"/>
                <a:cs typeface="Arial"/>
              </a:defRPr>
            </a:lvl5pPr>
            <a:lvl6pPr algn="l">
              <a:defRPr sz="1050" b="1" i="0">
                <a:solidFill>
                  <a:srgbClr val="737B71"/>
                </a:solidFill>
                <a:latin typeface="Arial"/>
                <a:ea typeface="Arial"/>
                <a:cs typeface="Arial"/>
              </a:defRPr>
            </a:lvl6pPr>
            <a:lvl7pPr algn="l">
              <a:defRPr sz="1050" b="1" i="0">
                <a:solidFill>
                  <a:srgbClr val="737B71"/>
                </a:solidFill>
                <a:latin typeface="Arial"/>
                <a:ea typeface="Arial"/>
                <a:cs typeface="Arial"/>
              </a:defRPr>
            </a:lvl7pPr>
            <a:lvl8pPr algn="l">
              <a:defRPr sz="1050" b="1" i="0">
                <a:solidFill>
                  <a:srgbClr val="737B71"/>
                </a:solidFill>
                <a:latin typeface="Arial"/>
                <a:ea typeface="Arial"/>
                <a:cs typeface="Arial"/>
              </a:defRPr>
            </a:lvl8pPr>
            <a:lvl9pPr algn="l">
              <a:defRPr sz="1050" b="1" i="0">
                <a:solidFill>
                  <a:srgbClr val="737B71"/>
                </a:solidFill>
                <a:latin typeface="Arial"/>
                <a:ea typeface="Arial"/>
                <a:cs typeface="Arial"/>
              </a:defRPr>
            </a:lvl9pPr>
          </a:lstStyle>
          <a:p>
            <a:pPr algn="l">
              <a:defRPr sz="1050" b="1" i="0">
                <a:solidFill>
                  <a:srgbClr val="737B71"/>
                </a:solidFill>
                <a:latin typeface="Arial"/>
                <a:ea typeface="Arial"/>
                <a:cs typeface="Arial"/>
              </a:defRPr>
            </a:pPr>
            <a:r>
              <a:rPr sz="1050" b="1" i="0">
                <a:solidFill>
                  <a:srgbClr val="737B71"/>
                </a:solidFill>
                <a:latin typeface="Arial"/>
                <a:ea typeface="Arial"/>
                <a:cs typeface="Arial"/>
              </a:rPr>
              <a:t>LOCATION + ROUTE DATA REQUIRED</a:t>
            </a:r>
          </a:p>
        </p:txBody>
      </p:sp>
      <p:sp>
        <p:nvSpPr>
          <p:cNvPr id="23" name="Rectangle 22">
            <a:extLst>
              <a:ext uri="{FF2B5EF4-FFF2-40B4-BE49-F238E27FC236}">
                <a16:creationId xmlns:a16="http://schemas.microsoft.com/office/drawing/2014/main" id="{2D504824-BB49-4888-8F21-B364A775735D}"/>
              </a:ext>
            </a:extLst>
          </p:cNvPr>
          <p:cNvSpPr>
            <a:spLocks noGrp="1"/>
          </p:cNvSpPr>
          <p:nvPr/>
        </p:nvSpPr>
        <p:spPr>
          <a:xfrm>
            <a:off x="781050" y="5343525"/>
            <a:ext cx="10591800" cy="9525"/>
          </a:xfrm>
          <a:prstGeom prst="rect">
            <a:avLst/>
          </a:prstGeom>
          <a:solidFill>
            <a:srgbClr val="DDDED3"/>
          </a:solidFill>
          <a:ln w="0">
            <a:noFill/>
            <a:prstDash val="solid"/>
          </a:ln>
        </p:spPr>
      </p:sp>
      <p:sp>
        <p:nvSpPr>
          <p:cNvPr id="24" name="Rectangle 23">
            <a:extLst>
              <a:ext uri="{FF2B5EF4-FFF2-40B4-BE49-F238E27FC236}">
                <a16:creationId xmlns:a16="http://schemas.microsoft.com/office/drawing/2014/main" id="{F7A2AD40-7193-43B3-8035-F00934ACB03A}"/>
              </a:ext>
            </a:extLst>
          </p:cNvPr>
          <p:cNvSpPr>
            <a:spLocks noGrp="1"/>
          </p:cNvSpPr>
          <p:nvPr/>
        </p:nvSpPr>
        <p:spPr>
          <a:xfrm>
            <a:off x="781050" y="5553075"/>
            <a:ext cx="10048875" cy="409575"/>
          </a:xfrm>
          <a:prstGeom prst="rect">
            <a:avLst/>
          </a:prstGeom>
          <a:noFill/>
          <a:ln w="0">
            <a:noFill/>
            <a:prstDash val="solid"/>
          </a:ln>
        </p:spPr>
        <p:txBody>
          <a:bodyPr wrap="square" lIns="0" tIns="0" rIns="0" bIns="0" anchor="t">
            <a:noAutofit/>
          </a:bodyPr>
          <a:lstStyle>
            <a:defPPr algn="l">
              <a:defRPr sz="1425" b="1" i="0">
                <a:solidFill>
                  <a:srgbClr val="17231D"/>
                </a:solidFill>
                <a:latin typeface="Arial"/>
                <a:ea typeface="Arial"/>
                <a:cs typeface="Arial"/>
              </a:defRPr>
            </a:defPPr>
            <a:lvl1pPr algn="l">
              <a:defRPr sz="1425" b="1" i="0">
                <a:solidFill>
                  <a:srgbClr val="17231D"/>
                </a:solidFill>
                <a:latin typeface="Arial"/>
                <a:ea typeface="Arial"/>
                <a:cs typeface="Arial"/>
              </a:defRPr>
            </a:lvl1pPr>
            <a:lvl2pPr algn="l">
              <a:defRPr sz="1425" b="1" i="0">
                <a:solidFill>
                  <a:srgbClr val="17231D"/>
                </a:solidFill>
                <a:latin typeface="Arial"/>
                <a:ea typeface="Arial"/>
                <a:cs typeface="Arial"/>
              </a:defRPr>
            </a:lvl2pPr>
            <a:lvl3pPr algn="l">
              <a:defRPr sz="1425" b="1" i="0">
                <a:solidFill>
                  <a:srgbClr val="17231D"/>
                </a:solidFill>
                <a:latin typeface="Arial"/>
                <a:ea typeface="Arial"/>
                <a:cs typeface="Arial"/>
              </a:defRPr>
            </a:lvl3pPr>
            <a:lvl4pPr algn="l">
              <a:defRPr sz="1425" b="1" i="0">
                <a:solidFill>
                  <a:srgbClr val="17231D"/>
                </a:solidFill>
                <a:latin typeface="Arial"/>
                <a:ea typeface="Arial"/>
                <a:cs typeface="Arial"/>
              </a:defRPr>
            </a:lvl4pPr>
            <a:lvl5pPr algn="l">
              <a:defRPr sz="1425" b="1" i="0">
                <a:solidFill>
                  <a:srgbClr val="17231D"/>
                </a:solidFill>
                <a:latin typeface="Arial"/>
                <a:ea typeface="Arial"/>
                <a:cs typeface="Arial"/>
              </a:defRPr>
            </a:lvl5pPr>
            <a:lvl6pPr algn="l">
              <a:defRPr sz="1425" b="1" i="0">
                <a:solidFill>
                  <a:srgbClr val="17231D"/>
                </a:solidFill>
                <a:latin typeface="Arial"/>
                <a:ea typeface="Arial"/>
                <a:cs typeface="Arial"/>
              </a:defRPr>
            </a:lvl6pPr>
            <a:lvl7pPr algn="l">
              <a:defRPr sz="1425" b="1" i="0">
                <a:solidFill>
                  <a:srgbClr val="17231D"/>
                </a:solidFill>
                <a:latin typeface="Arial"/>
                <a:ea typeface="Arial"/>
                <a:cs typeface="Arial"/>
              </a:defRPr>
            </a:lvl7pPr>
            <a:lvl8pPr algn="l">
              <a:defRPr sz="1425" b="1" i="0">
                <a:solidFill>
                  <a:srgbClr val="17231D"/>
                </a:solidFill>
                <a:latin typeface="Arial"/>
                <a:ea typeface="Arial"/>
                <a:cs typeface="Arial"/>
              </a:defRPr>
            </a:lvl8pPr>
            <a:lvl9pPr algn="l">
              <a:defRPr sz="1425" b="1" i="0">
                <a:solidFill>
                  <a:srgbClr val="17231D"/>
                </a:solidFill>
                <a:latin typeface="Arial"/>
                <a:ea typeface="Arial"/>
                <a:cs typeface="Arial"/>
              </a:defRPr>
            </a:lvl9pPr>
          </a:lstStyle>
          <a:p>
            <a:pPr algn="l">
              <a:defRPr sz="1425" b="1" i="0">
                <a:solidFill>
                  <a:srgbClr val="17231D"/>
                </a:solidFill>
                <a:latin typeface="Arial"/>
                <a:ea typeface="Arial"/>
                <a:cs typeface="Arial"/>
              </a:defRPr>
            </a:pPr>
            <a:r>
              <a:rPr sz="1425" b="1" i="0">
                <a:solidFill>
                  <a:srgbClr val="17231D"/>
                </a:solidFill>
                <a:latin typeface="Arial"/>
                <a:ea typeface="Arial"/>
                <a:cs typeface="Arial"/>
              </a:rPr>
              <a:t>Before launch: name the data owner, update schedule, correction process, privacy rules and accessibility checks.</a:t>
            </a:r>
          </a:p>
        </p:txBody>
      </p:sp>
    </p:spTree>
    <p:extLst>
      <p:ext uri="{BB962C8B-B14F-4D97-AF65-F5344CB8AC3E}">
        <p14:creationId xmlns:p14="http://schemas.microsoft.com/office/powerpoint/2010/main" val="1669698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4EC"/>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074AD802-CFC3-4777-BADE-C373C5F0ECCB}"/>
              </a:ext>
            </a:extLst>
          </p:cNvPr>
          <p:cNvSpPr>
            <a:spLocks noGrp="1"/>
          </p:cNvSpPr>
          <p:nvPr/>
        </p:nvSpPr>
        <p:spPr>
          <a:xfrm>
            <a:off x="723900" y="590550"/>
            <a:ext cx="10744200" cy="590550"/>
          </a:xfrm>
          <a:prstGeom prst="rect">
            <a:avLst/>
          </a:prstGeom>
          <a:noFill/>
          <a:ln w="0">
            <a:noFill/>
            <a:prstDash val="solid"/>
          </a:ln>
        </p:spPr>
        <p:txBody>
          <a:bodyPr wrap="square" lIns="0" tIns="0" rIns="0" bIns="0" anchor="t">
            <a:noAutofit/>
          </a:bodyPr>
          <a:lstStyle>
            <a:defPPr algn="l">
              <a:defRPr sz="3450" b="1" i="0">
                <a:solidFill>
                  <a:srgbClr val="17231D"/>
                </a:solidFill>
                <a:latin typeface="Arial"/>
                <a:ea typeface="Arial"/>
                <a:cs typeface="Arial"/>
              </a:defRPr>
            </a:defPPr>
            <a:lvl1pPr algn="l">
              <a:defRPr sz="3450" b="1" i="0">
                <a:solidFill>
                  <a:srgbClr val="17231D"/>
                </a:solidFill>
                <a:latin typeface="Arial"/>
                <a:ea typeface="Arial"/>
                <a:cs typeface="Arial"/>
              </a:defRPr>
            </a:lvl1pPr>
            <a:lvl2pPr algn="l">
              <a:defRPr sz="3450" b="1" i="0">
                <a:solidFill>
                  <a:srgbClr val="17231D"/>
                </a:solidFill>
                <a:latin typeface="Arial"/>
                <a:ea typeface="Arial"/>
                <a:cs typeface="Arial"/>
              </a:defRPr>
            </a:lvl2pPr>
            <a:lvl3pPr algn="l">
              <a:defRPr sz="3450" b="1" i="0">
                <a:solidFill>
                  <a:srgbClr val="17231D"/>
                </a:solidFill>
                <a:latin typeface="Arial"/>
                <a:ea typeface="Arial"/>
                <a:cs typeface="Arial"/>
              </a:defRPr>
            </a:lvl3pPr>
            <a:lvl4pPr algn="l">
              <a:defRPr sz="3450" b="1" i="0">
                <a:solidFill>
                  <a:srgbClr val="17231D"/>
                </a:solidFill>
                <a:latin typeface="Arial"/>
                <a:ea typeface="Arial"/>
                <a:cs typeface="Arial"/>
              </a:defRPr>
            </a:lvl4pPr>
            <a:lvl5pPr algn="l">
              <a:defRPr sz="3450" b="1" i="0">
                <a:solidFill>
                  <a:srgbClr val="17231D"/>
                </a:solidFill>
                <a:latin typeface="Arial"/>
                <a:ea typeface="Arial"/>
                <a:cs typeface="Arial"/>
              </a:defRPr>
            </a:lvl5pPr>
            <a:lvl6pPr algn="l">
              <a:defRPr sz="3450" b="1" i="0">
                <a:solidFill>
                  <a:srgbClr val="17231D"/>
                </a:solidFill>
                <a:latin typeface="Arial"/>
                <a:ea typeface="Arial"/>
                <a:cs typeface="Arial"/>
              </a:defRPr>
            </a:lvl6pPr>
            <a:lvl7pPr algn="l">
              <a:defRPr sz="3450" b="1" i="0">
                <a:solidFill>
                  <a:srgbClr val="17231D"/>
                </a:solidFill>
                <a:latin typeface="Arial"/>
                <a:ea typeface="Arial"/>
                <a:cs typeface="Arial"/>
              </a:defRPr>
            </a:lvl7pPr>
            <a:lvl8pPr algn="l">
              <a:defRPr sz="3450" b="1" i="0">
                <a:solidFill>
                  <a:srgbClr val="17231D"/>
                </a:solidFill>
                <a:latin typeface="Arial"/>
                <a:ea typeface="Arial"/>
                <a:cs typeface="Arial"/>
              </a:defRPr>
            </a:lvl8pPr>
            <a:lvl9pPr algn="l">
              <a:defRPr sz="3450" b="1" i="0">
                <a:solidFill>
                  <a:srgbClr val="17231D"/>
                </a:solidFill>
                <a:latin typeface="Arial"/>
                <a:ea typeface="Arial"/>
                <a:cs typeface="Arial"/>
              </a:defRPr>
            </a:lvl9pPr>
          </a:lstStyle>
          <a:p>
            <a:pPr algn="l">
              <a:defRPr sz="3450" b="1" i="0">
                <a:solidFill>
                  <a:srgbClr val="17231D"/>
                </a:solidFill>
                <a:latin typeface="Arial"/>
                <a:ea typeface="Arial"/>
                <a:cs typeface="Arial"/>
              </a:defRPr>
            </a:pPr>
            <a:r>
              <a:rPr sz="3450" b="1" i="0">
                <a:solidFill>
                  <a:srgbClr val="17231D"/>
                </a:solidFill>
                <a:latin typeface="Arial"/>
                <a:ea typeface="Arial"/>
                <a:cs typeface="Arial"/>
              </a:rPr>
              <a:t>Materials recovery before residual energy</a:t>
            </a:r>
          </a:p>
        </p:txBody>
      </p:sp>
      <p:sp>
        <p:nvSpPr>
          <p:cNvPr id="2" name="Rectangle 1">
            <a:extLst>
              <a:ext uri="{FF2B5EF4-FFF2-40B4-BE49-F238E27FC236}">
                <a16:creationId xmlns:a16="http://schemas.microsoft.com/office/drawing/2014/main" id="{C87CBFA2-8F73-4038-A240-7603B112F223}"/>
              </a:ext>
            </a:extLst>
          </p:cNvPr>
          <p:cNvSpPr>
            <a:spLocks noGrp="1"/>
          </p:cNvSpPr>
          <p:nvPr/>
        </p:nvSpPr>
        <p:spPr>
          <a:xfrm>
            <a:off x="742950" y="1219200"/>
            <a:ext cx="10287000" cy="381000"/>
          </a:xfrm>
          <a:prstGeom prst="rect">
            <a:avLst/>
          </a:prstGeom>
          <a:noFill/>
          <a:ln w="0">
            <a:noFill/>
            <a:prstDash val="solid"/>
          </a:ln>
        </p:spPr>
        <p:txBody>
          <a:bodyPr wrap="square" lIns="0" tIns="0" rIns="0" bIns="0" anchor="t">
            <a:noAutofit/>
          </a:bodyPr>
          <a:lstStyle>
            <a:defPPr algn="l">
              <a:defRPr sz="1650" b="0" i="0">
                <a:solidFill>
                  <a:srgbClr val="4E5B53"/>
                </a:solidFill>
                <a:latin typeface="Arial"/>
                <a:ea typeface="Arial"/>
                <a:cs typeface="Arial"/>
              </a:defRPr>
            </a:defPPr>
            <a:lvl1pPr algn="l">
              <a:defRPr sz="1650" b="0" i="0">
                <a:solidFill>
                  <a:srgbClr val="4E5B53"/>
                </a:solidFill>
                <a:latin typeface="Arial"/>
                <a:ea typeface="Arial"/>
                <a:cs typeface="Arial"/>
              </a:defRPr>
            </a:lvl1pPr>
            <a:lvl2pPr algn="l">
              <a:defRPr sz="1650" b="0" i="0">
                <a:solidFill>
                  <a:srgbClr val="4E5B53"/>
                </a:solidFill>
                <a:latin typeface="Arial"/>
                <a:ea typeface="Arial"/>
                <a:cs typeface="Arial"/>
              </a:defRPr>
            </a:lvl2pPr>
            <a:lvl3pPr algn="l">
              <a:defRPr sz="1650" b="0" i="0">
                <a:solidFill>
                  <a:srgbClr val="4E5B53"/>
                </a:solidFill>
                <a:latin typeface="Arial"/>
                <a:ea typeface="Arial"/>
                <a:cs typeface="Arial"/>
              </a:defRPr>
            </a:lvl3pPr>
            <a:lvl4pPr algn="l">
              <a:defRPr sz="1650" b="0" i="0">
                <a:solidFill>
                  <a:srgbClr val="4E5B53"/>
                </a:solidFill>
                <a:latin typeface="Arial"/>
                <a:ea typeface="Arial"/>
                <a:cs typeface="Arial"/>
              </a:defRPr>
            </a:lvl4pPr>
            <a:lvl5pPr algn="l">
              <a:defRPr sz="1650" b="0" i="0">
                <a:solidFill>
                  <a:srgbClr val="4E5B53"/>
                </a:solidFill>
                <a:latin typeface="Arial"/>
                <a:ea typeface="Arial"/>
                <a:cs typeface="Arial"/>
              </a:defRPr>
            </a:lvl5pPr>
            <a:lvl6pPr algn="l">
              <a:defRPr sz="1650" b="0" i="0">
                <a:solidFill>
                  <a:srgbClr val="4E5B53"/>
                </a:solidFill>
                <a:latin typeface="Arial"/>
                <a:ea typeface="Arial"/>
                <a:cs typeface="Arial"/>
              </a:defRPr>
            </a:lvl6pPr>
            <a:lvl7pPr algn="l">
              <a:defRPr sz="1650" b="0" i="0">
                <a:solidFill>
                  <a:srgbClr val="4E5B53"/>
                </a:solidFill>
                <a:latin typeface="Arial"/>
                <a:ea typeface="Arial"/>
                <a:cs typeface="Arial"/>
              </a:defRPr>
            </a:lvl7pPr>
            <a:lvl8pPr algn="l">
              <a:defRPr sz="1650" b="0" i="0">
                <a:solidFill>
                  <a:srgbClr val="4E5B53"/>
                </a:solidFill>
                <a:latin typeface="Arial"/>
                <a:ea typeface="Arial"/>
                <a:cs typeface="Arial"/>
              </a:defRPr>
            </a:lvl8pPr>
            <a:lvl9pPr algn="l">
              <a:defRPr sz="1650" b="0" i="0">
                <a:solidFill>
                  <a:srgbClr val="4E5B53"/>
                </a:solidFill>
                <a:latin typeface="Arial"/>
                <a:ea typeface="Arial"/>
                <a:cs typeface="Arial"/>
              </a:defRPr>
            </a:lvl9pPr>
          </a:lstStyle>
          <a:p>
            <a:pPr algn="l">
              <a:defRPr sz="1650" b="0" i="0">
                <a:solidFill>
                  <a:srgbClr val="4E5B53"/>
                </a:solidFill>
                <a:latin typeface="Arial"/>
                <a:ea typeface="Arial"/>
                <a:cs typeface="Arial"/>
              </a:defRPr>
            </a:pPr>
            <a:r>
              <a:rPr sz="1650" b="0" i="0">
                <a:solidFill>
                  <a:srgbClr val="4E5B53"/>
                </a:solidFill>
                <a:latin typeface="Arial"/>
                <a:ea typeface="Arial"/>
                <a:cs typeface="Arial"/>
              </a:rPr>
              <a:t>Recycling and separate organics should precede any residual-to-energy case.</a:t>
            </a:r>
          </a:p>
        </p:txBody>
      </p:sp>
      <p:sp>
        <p:nvSpPr>
          <p:cNvPr id="3" name="Rectangle 2">
            <a:extLst>
              <a:ext uri="{FF2B5EF4-FFF2-40B4-BE49-F238E27FC236}">
                <a16:creationId xmlns:a16="http://schemas.microsoft.com/office/drawing/2014/main" id="{EC144361-9DF2-4C01-84B7-58D495C4D0C9}"/>
              </a:ext>
            </a:extLst>
          </p:cNvPr>
          <p:cNvSpPr>
            <a:spLocks noGrp="1"/>
          </p:cNvSpPr>
          <p:nvPr/>
        </p:nvSpPr>
        <p:spPr>
          <a:xfrm>
            <a:off x="723900" y="1695450"/>
            <a:ext cx="10744200" cy="19050"/>
          </a:xfrm>
          <a:prstGeom prst="rect">
            <a:avLst/>
          </a:prstGeom>
          <a:solidFill>
            <a:srgbClr val="DDDED3"/>
          </a:solidFill>
          <a:ln w="0">
            <a:noFill/>
            <a:prstDash val="solid"/>
          </a:ln>
        </p:spPr>
      </p:sp>
      <p:sp>
        <p:nvSpPr>
          <p:cNvPr id="4" name="Rectangle 3">
            <a:extLst>
              <a:ext uri="{FF2B5EF4-FFF2-40B4-BE49-F238E27FC236}">
                <a16:creationId xmlns:a16="http://schemas.microsoft.com/office/drawing/2014/main" id="{A2A85A7A-889F-4259-B1F6-0645AB4DE543}"/>
              </a:ext>
            </a:extLst>
          </p:cNvPr>
          <p:cNvSpPr>
            <a:spLocks noGrp="1"/>
          </p:cNvSpPr>
          <p:nvPr/>
        </p:nvSpPr>
        <p:spPr>
          <a:xfrm>
            <a:off x="10687050" y="6400800"/>
            <a:ext cx="800100" cy="190500"/>
          </a:xfrm>
          <a:prstGeom prst="rect">
            <a:avLst/>
          </a:prstGeom>
          <a:noFill/>
          <a:ln w="0">
            <a:noFill/>
            <a:prstDash val="solid"/>
          </a:ln>
        </p:spPr>
        <p:txBody>
          <a:bodyPr wrap="square" lIns="0" tIns="0" rIns="0" bIns="0" anchor="t">
            <a:noAutofit/>
          </a:bodyPr>
          <a:lstStyle>
            <a:defPPr algn="r">
              <a:defRPr sz="1050" b="0" i="0">
                <a:solidFill>
                  <a:srgbClr val="737B71"/>
                </a:solidFill>
                <a:latin typeface="Arial"/>
                <a:ea typeface="Arial"/>
                <a:cs typeface="Arial"/>
              </a:defRPr>
            </a:defPPr>
            <a:lvl1pPr algn="r">
              <a:defRPr sz="1050" b="0" i="0">
                <a:solidFill>
                  <a:srgbClr val="737B71"/>
                </a:solidFill>
                <a:latin typeface="Arial"/>
                <a:ea typeface="Arial"/>
                <a:cs typeface="Arial"/>
              </a:defRPr>
            </a:lvl1pPr>
            <a:lvl2pPr algn="r">
              <a:defRPr sz="1050" b="0" i="0">
                <a:solidFill>
                  <a:srgbClr val="737B71"/>
                </a:solidFill>
                <a:latin typeface="Arial"/>
                <a:ea typeface="Arial"/>
                <a:cs typeface="Arial"/>
              </a:defRPr>
            </a:lvl2pPr>
            <a:lvl3pPr algn="r">
              <a:defRPr sz="1050" b="0" i="0">
                <a:solidFill>
                  <a:srgbClr val="737B71"/>
                </a:solidFill>
                <a:latin typeface="Arial"/>
                <a:ea typeface="Arial"/>
                <a:cs typeface="Arial"/>
              </a:defRPr>
            </a:lvl3pPr>
            <a:lvl4pPr algn="r">
              <a:defRPr sz="1050" b="0" i="0">
                <a:solidFill>
                  <a:srgbClr val="737B71"/>
                </a:solidFill>
                <a:latin typeface="Arial"/>
                <a:ea typeface="Arial"/>
                <a:cs typeface="Arial"/>
              </a:defRPr>
            </a:lvl4pPr>
            <a:lvl5pPr algn="r">
              <a:defRPr sz="1050" b="0" i="0">
                <a:solidFill>
                  <a:srgbClr val="737B71"/>
                </a:solidFill>
                <a:latin typeface="Arial"/>
                <a:ea typeface="Arial"/>
                <a:cs typeface="Arial"/>
              </a:defRPr>
            </a:lvl5pPr>
            <a:lvl6pPr algn="r">
              <a:defRPr sz="1050" b="0" i="0">
                <a:solidFill>
                  <a:srgbClr val="737B71"/>
                </a:solidFill>
                <a:latin typeface="Arial"/>
                <a:ea typeface="Arial"/>
                <a:cs typeface="Arial"/>
              </a:defRPr>
            </a:lvl6pPr>
            <a:lvl7pPr algn="r">
              <a:defRPr sz="1050" b="0" i="0">
                <a:solidFill>
                  <a:srgbClr val="737B71"/>
                </a:solidFill>
                <a:latin typeface="Arial"/>
                <a:ea typeface="Arial"/>
                <a:cs typeface="Arial"/>
              </a:defRPr>
            </a:lvl7pPr>
            <a:lvl8pPr algn="r">
              <a:defRPr sz="1050" b="0" i="0">
                <a:solidFill>
                  <a:srgbClr val="737B71"/>
                </a:solidFill>
                <a:latin typeface="Arial"/>
                <a:ea typeface="Arial"/>
                <a:cs typeface="Arial"/>
              </a:defRPr>
            </a:lvl8pPr>
            <a:lvl9pPr algn="r">
              <a:defRPr sz="1050" b="0" i="0">
                <a:solidFill>
                  <a:srgbClr val="737B71"/>
                </a:solidFill>
                <a:latin typeface="Arial"/>
                <a:ea typeface="Arial"/>
                <a:cs typeface="Arial"/>
              </a:defRPr>
            </a:lvl9pPr>
          </a:lstStyle>
          <a:p>
            <a:pPr algn="r">
              <a:defRPr sz="1050" b="0" i="0">
                <a:solidFill>
                  <a:srgbClr val="737B71"/>
                </a:solidFill>
                <a:latin typeface="Arial"/>
                <a:ea typeface="Arial"/>
                <a:cs typeface="Arial"/>
              </a:defRPr>
            </a:pPr>
            <a:r>
              <a:rPr sz="1050" b="0" i="0">
                <a:solidFill>
                  <a:srgbClr val="737B71"/>
                </a:solidFill>
                <a:latin typeface="Arial"/>
                <a:ea typeface="Arial"/>
                <a:cs typeface="Arial"/>
              </a:rPr>
              <a:t>06 / 10</a:t>
            </a:r>
          </a:p>
        </p:txBody>
      </p:sp>
      <p:sp>
        <p:nvSpPr>
          <p:cNvPr id="5" name="Rectangle 4">
            <a:extLst>
              <a:ext uri="{FF2B5EF4-FFF2-40B4-BE49-F238E27FC236}">
                <a16:creationId xmlns:a16="http://schemas.microsoft.com/office/drawing/2014/main" id="{7E73F181-0760-46C3-AEFF-E921F219BCE9}"/>
              </a:ext>
            </a:extLst>
          </p:cNvPr>
          <p:cNvSpPr>
            <a:spLocks noGrp="1"/>
          </p:cNvSpPr>
          <p:nvPr/>
        </p:nvSpPr>
        <p:spPr>
          <a:xfrm>
            <a:off x="762000" y="2066925"/>
            <a:ext cx="3333750" cy="228600"/>
          </a:xfrm>
          <a:prstGeom prst="rect">
            <a:avLst/>
          </a:prstGeom>
          <a:noFill/>
          <a:ln w="0">
            <a:noFill/>
            <a:prstDash val="solid"/>
          </a:ln>
        </p:spPr>
        <p:txBody>
          <a:bodyPr wrap="square" lIns="0" tIns="0" rIns="0" bIns="0" anchor="t">
            <a:noAutofit/>
          </a:bodyPr>
          <a:lstStyle>
            <a:defPPr algn="l">
              <a:defRPr sz="1200" b="1" i="0">
                <a:solidFill>
                  <a:srgbClr val="737B71"/>
                </a:solidFill>
                <a:latin typeface="Arial"/>
                <a:ea typeface="Arial"/>
                <a:cs typeface="Arial"/>
              </a:defRPr>
            </a:defPPr>
            <a:lvl1pPr algn="l">
              <a:defRPr sz="1200" b="1" i="0">
                <a:solidFill>
                  <a:srgbClr val="737B71"/>
                </a:solidFill>
                <a:latin typeface="Arial"/>
                <a:ea typeface="Arial"/>
                <a:cs typeface="Arial"/>
              </a:defRPr>
            </a:lvl1pPr>
            <a:lvl2pPr algn="l">
              <a:defRPr sz="1200" b="1" i="0">
                <a:solidFill>
                  <a:srgbClr val="737B71"/>
                </a:solidFill>
                <a:latin typeface="Arial"/>
                <a:ea typeface="Arial"/>
                <a:cs typeface="Arial"/>
              </a:defRPr>
            </a:lvl2pPr>
            <a:lvl3pPr algn="l">
              <a:defRPr sz="1200" b="1" i="0">
                <a:solidFill>
                  <a:srgbClr val="737B71"/>
                </a:solidFill>
                <a:latin typeface="Arial"/>
                <a:ea typeface="Arial"/>
                <a:cs typeface="Arial"/>
              </a:defRPr>
            </a:lvl3pPr>
            <a:lvl4pPr algn="l">
              <a:defRPr sz="1200" b="1" i="0">
                <a:solidFill>
                  <a:srgbClr val="737B71"/>
                </a:solidFill>
                <a:latin typeface="Arial"/>
                <a:ea typeface="Arial"/>
                <a:cs typeface="Arial"/>
              </a:defRPr>
            </a:lvl4pPr>
            <a:lvl5pPr algn="l">
              <a:defRPr sz="1200" b="1" i="0">
                <a:solidFill>
                  <a:srgbClr val="737B71"/>
                </a:solidFill>
                <a:latin typeface="Arial"/>
                <a:ea typeface="Arial"/>
                <a:cs typeface="Arial"/>
              </a:defRPr>
            </a:lvl5pPr>
            <a:lvl6pPr algn="l">
              <a:defRPr sz="1200" b="1" i="0">
                <a:solidFill>
                  <a:srgbClr val="737B71"/>
                </a:solidFill>
                <a:latin typeface="Arial"/>
                <a:ea typeface="Arial"/>
                <a:cs typeface="Arial"/>
              </a:defRPr>
            </a:lvl6pPr>
            <a:lvl7pPr algn="l">
              <a:defRPr sz="1200" b="1" i="0">
                <a:solidFill>
                  <a:srgbClr val="737B71"/>
                </a:solidFill>
                <a:latin typeface="Arial"/>
                <a:ea typeface="Arial"/>
                <a:cs typeface="Arial"/>
              </a:defRPr>
            </a:lvl7pPr>
            <a:lvl8pPr algn="l">
              <a:defRPr sz="1200" b="1" i="0">
                <a:solidFill>
                  <a:srgbClr val="737B71"/>
                </a:solidFill>
                <a:latin typeface="Arial"/>
                <a:ea typeface="Arial"/>
                <a:cs typeface="Arial"/>
              </a:defRPr>
            </a:lvl8pPr>
            <a:lvl9pPr algn="l">
              <a:defRPr sz="1200" b="1" i="0">
                <a:solidFill>
                  <a:srgbClr val="737B71"/>
                </a:solidFill>
                <a:latin typeface="Arial"/>
                <a:ea typeface="Arial"/>
                <a:cs typeface="Arial"/>
              </a:defRPr>
            </a:lvl9pPr>
          </a:lstStyle>
          <a:p>
            <a:pPr algn="l">
              <a:defRPr sz="1200" b="1" i="0">
                <a:solidFill>
                  <a:srgbClr val="737B71"/>
                </a:solidFill>
                <a:latin typeface="Arial"/>
                <a:ea typeface="Arial"/>
                <a:cs typeface="Arial"/>
              </a:defRPr>
            </a:pPr>
            <a:r>
              <a:rPr sz="1200" b="1" i="0">
                <a:solidFill>
                  <a:srgbClr val="737B71"/>
                </a:solidFill>
                <a:latin typeface="Arial"/>
                <a:ea typeface="Arial"/>
                <a:cs typeface="Arial"/>
              </a:rPr>
              <a:t>POTENTIAL FUTURE FACILITY FLOW</a:t>
            </a:r>
          </a:p>
        </p:txBody>
      </p:sp>
      <p:sp>
        <p:nvSpPr>
          <p:cNvPr id="6" name="Rectangle 5">
            <a:extLst>
              <a:ext uri="{FF2B5EF4-FFF2-40B4-BE49-F238E27FC236}">
                <a16:creationId xmlns:a16="http://schemas.microsoft.com/office/drawing/2014/main" id="{0A3BE76D-9768-41BE-8B12-C5A98EBC8E00}"/>
              </a:ext>
            </a:extLst>
          </p:cNvPr>
          <p:cNvSpPr>
            <a:spLocks noGrp="1"/>
          </p:cNvSpPr>
          <p:nvPr/>
        </p:nvSpPr>
        <p:spPr>
          <a:xfrm>
            <a:off x="781050" y="2466975"/>
            <a:ext cx="2000250" cy="819150"/>
          </a:xfrm>
          <a:prstGeom prst="rect">
            <a:avLst/>
          </a:prstGeom>
          <a:solidFill>
            <a:srgbClr val="23483A"/>
          </a:solidFill>
          <a:ln w="0">
            <a:noFill/>
            <a:prstDash val="solid"/>
          </a:ln>
        </p:spPr>
      </p:sp>
      <p:sp>
        <p:nvSpPr>
          <p:cNvPr id="7" name="Rectangle 6">
            <a:extLst>
              <a:ext uri="{FF2B5EF4-FFF2-40B4-BE49-F238E27FC236}">
                <a16:creationId xmlns:a16="http://schemas.microsoft.com/office/drawing/2014/main" id="{86F58AD7-2051-4031-9B70-466A81C75B81}"/>
              </a:ext>
            </a:extLst>
          </p:cNvPr>
          <p:cNvSpPr>
            <a:spLocks noGrp="1"/>
          </p:cNvSpPr>
          <p:nvPr/>
        </p:nvSpPr>
        <p:spPr>
          <a:xfrm>
            <a:off x="952500" y="2628900"/>
            <a:ext cx="1657350" cy="457200"/>
          </a:xfrm>
          <a:prstGeom prst="rect">
            <a:avLst/>
          </a:prstGeom>
          <a:noFill/>
          <a:ln w="0">
            <a:noFill/>
            <a:prstDash val="solid"/>
          </a:ln>
        </p:spPr>
        <p:txBody>
          <a:bodyPr wrap="square" lIns="0" tIns="0" rIns="0" bIns="0" anchor="ctr">
            <a:noAutofit/>
          </a:bodyPr>
          <a:lstStyle>
            <a:defPPr algn="ctr">
              <a:defRPr sz="1575" b="1" i="0">
                <a:solidFill>
                  <a:srgbClr val="FFFDF8"/>
                </a:solidFill>
                <a:latin typeface="Arial"/>
                <a:ea typeface="Arial"/>
                <a:cs typeface="Arial"/>
              </a:defRPr>
            </a:defPPr>
            <a:lvl1pPr algn="ctr">
              <a:defRPr sz="1575" b="1" i="0">
                <a:solidFill>
                  <a:srgbClr val="FFFDF8"/>
                </a:solidFill>
                <a:latin typeface="Arial"/>
                <a:ea typeface="Arial"/>
                <a:cs typeface="Arial"/>
              </a:defRPr>
            </a:lvl1pPr>
            <a:lvl2pPr algn="ctr">
              <a:defRPr sz="1575" b="1" i="0">
                <a:solidFill>
                  <a:srgbClr val="FFFDF8"/>
                </a:solidFill>
                <a:latin typeface="Arial"/>
                <a:ea typeface="Arial"/>
                <a:cs typeface="Arial"/>
              </a:defRPr>
            </a:lvl2pPr>
            <a:lvl3pPr algn="ctr">
              <a:defRPr sz="1575" b="1" i="0">
                <a:solidFill>
                  <a:srgbClr val="FFFDF8"/>
                </a:solidFill>
                <a:latin typeface="Arial"/>
                <a:ea typeface="Arial"/>
                <a:cs typeface="Arial"/>
              </a:defRPr>
            </a:lvl3pPr>
            <a:lvl4pPr algn="ctr">
              <a:defRPr sz="1575" b="1" i="0">
                <a:solidFill>
                  <a:srgbClr val="FFFDF8"/>
                </a:solidFill>
                <a:latin typeface="Arial"/>
                <a:ea typeface="Arial"/>
                <a:cs typeface="Arial"/>
              </a:defRPr>
            </a:lvl4pPr>
            <a:lvl5pPr algn="ctr">
              <a:defRPr sz="1575" b="1" i="0">
                <a:solidFill>
                  <a:srgbClr val="FFFDF8"/>
                </a:solidFill>
                <a:latin typeface="Arial"/>
                <a:ea typeface="Arial"/>
                <a:cs typeface="Arial"/>
              </a:defRPr>
            </a:lvl5pPr>
            <a:lvl6pPr algn="ctr">
              <a:defRPr sz="1575" b="1" i="0">
                <a:solidFill>
                  <a:srgbClr val="FFFDF8"/>
                </a:solidFill>
                <a:latin typeface="Arial"/>
                <a:ea typeface="Arial"/>
                <a:cs typeface="Arial"/>
              </a:defRPr>
            </a:lvl6pPr>
            <a:lvl7pPr algn="ctr">
              <a:defRPr sz="1575" b="1" i="0">
                <a:solidFill>
                  <a:srgbClr val="FFFDF8"/>
                </a:solidFill>
                <a:latin typeface="Arial"/>
                <a:ea typeface="Arial"/>
                <a:cs typeface="Arial"/>
              </a:defRPr>
            </a:lvl7pPr>
            <a:lvl8pPr algn="ctr">
              <a:defRPr sz="1575" b="1" i="0">
                <a:solidFill>
                  <a:srgbClr val="FFFDF8"/>
                </a:solidFill>
                <a:latin typeface="Arial"/>
                <a:ea typeface="Arial"/>
                <a:cs typeface="Arial"/>
              </a:defRPr>
            </a:lvl8pPr>
            <a:lvl9pPr algn="ctr">
              <a:defRPr sz="1575" b="1" i="0">
                <a:solidFill>
                  <a:srgbClr val="FFFDF8"/>
                </a:solidFill>
                <a:latin typeface="Arial"/>
                <a:ea typeface="Arial"/>
                <a:cs typeface="Arial"/>
              </a:defRPr>
            </a:lvl9pPr>
          </a:lstStyle>
          <a:p>
            <a:pPr algn="ctr">
              <a:defRPr sz="1575" b="1" i="0">
                <a:solidFill>
                  <a:srgbClr val="FFFDF8"/>
                </a:solidFill>
                <a:latin typeface="Arial"/>
                <a:ea typeface="Arial"/>
                <a:cs typeface="Arial"/>
              </a:defRPr>
            </a:pPr>
            <a:r>
              <a:rPr sz="1575" b="1" i="0">
                <a:solidFill>
                  <a:srgbClr val="FFFDF8"/>
                </a:solidFill>
                <a:latin typeface="Arial"/>
                <a:ea typeface="Arial"/>
                <a:cs typeface="Arial"/>
              </a:rPr>
              <a:t>Receiving</a:t>
            </a:r>
          </a:p>
          <a:p>
            <a:pPr algn="ctr">
              <a:defRPr sz="1575" b="1" i="0">
                <a:solidFill>
                  <a:srgbClr val="FFFDF8"/>
                </a:solidFill>
                <a:latin typeface="Arial"/>
                <a:ea typeface="Arial"/>
                <a:cs typeface="Arial"/>
              </a:defRPr>
            </a:pPr>
            <a:r>
              <a:rPr sz="1575" b="1" i="0">
                <a:solidFill>
                  <a:srgbClr val="FFFDF8"/>
                </a:solidFill>
                <a:latin typeface="Arial"/>
                <a:ea typeface="Arial"/>
                <a:cs typeface="Arial"/>
              </a:rPr>
              <a:t>+ characterization</a:t>
            </a:r>
          </a:p>
        </p:txBody>
      </p:sp>
      <p:sp>
        <p:nvSpPr>
          <p:cNvPr id="8" name="Arrow: Right 7">
            <a:extLst>
              <a:ext uri="{FF2B5EF4-FFF2-40B4-BE49-F238E27FC236}">
                <a16:creationId xmlns:a16="http://schemas.microsoft.com/office/drawing/2014/main" id="{1BEA10AB-BA21-456A-91FE-55D48FAF9E46}"/>
              </a:ext>
            </a:extLst>
          </p:cNvPr>
          <p:cNvSpPr>
            <a:spLocks noGrp="1"/>
          </p:cNvSpPr>
          <p:nvPr/>
        </p:nvSpPr>
        <p:spPr>
          <a:xfrm>
            <a:off x="2895600" y="2781300"/>
            <a:ext cx="514350" cy="190500"/>
          </a:xfrm>
          <a:prstGeom prst="rightArrow">
            <a:avLst/>
          </a:prstGeom>
          <a:solidFill>
            <a:srgbClr val="737B71"/>
          </a:solidFill>
          <a:ln w="0">
            <a:noFill/>
            <a:prstDash val="solid"/>
          </a:ln>
        </p:spPr>
      </p:sp>
      <p:sp>
        <p:nvSpPr>
          <p:cNvPr id="9" name="Rectangle 8">
            <a:extLst>
              <a:ext uri="{FF2B5EF4-FFF2-40B4-BE49-F238E27FC236}">
                <a16:creationId xmlns:a16="http://schemas.microsoft.com/office/drawing/2014/main" id="{40E257DA-FDAE-4ACC-A240-544C015184CE}"/>
              </a:ext>
            </a:extLst>
          </p:cNvPr>
          <p:cNvSpPr>
            <a:spLocks noGrp="1"/>
          </p:cNvSpPr>
          <p:nvPr/>
        </p:nvSpPr>
        <p:spPr>
          <a:xfrm>
            <a:off x="3486150" y="2466975"/>
            <a:ext cx="2000250" cy="819150"/>
          </a:xfrm>
          <a:prstGeom prst="rect">
            <a:avLst/>
          </a:prstGeom>
          <a:solidFill>
            <a:srgbClr val="385447"/>
          </a:solidFill>
          <a:ln w="0">
            <a:noFill/>
            <a:prstDash val="solid"/>
          </a:ln>
        </p:spPr>
      </p:sp>
      <p:sp>
        <p:nvSpPr>
          <p:cNvPr id="10" name="Rectangle 9">
            <a:extLst>
              <a:ext uri="{FF2B5EF4-FFF2-40B4-BE49-F238E27FC236}">
                <a16:creationId xmlns:a16="http://schemas.microsoft.com/office/drawing/2014/main" id="{37B793E7-6E41-440C-B1A2-25143EE81F71}"/>
              </a:ext>
            </a:extLst>
          </p:cNvPr>
          <p:cNvSpPr>
            <a:spLocks noGrp="1"/>
          </p:cNvSpPr>
          <p:nvPr/>
        </p:nvSpPr>
        <p:spPr>
          <a:xfrm>
            <a:off x="3638550" y="2686050"/>
            <a:ext cx="1695450" cy="333375"/>
          </a:xfrm>
          <a:prstGeom prst="rect">
            <a:avLst/>
          </a:prstGeom>
          <a:noFill/>
          <a:ln w="0">
            <a:noFill/>
            <a:prstDash val="solid"/>
          </a:ln>
        </p:spPr>
        <p:txBody>
          <a:bodyPr wrap="square" lIns="0" tIns="0" rIns="0" bIns="0" anchor="ctr">
            <a:noAutofit/>
          </a:bodyPr>
          <a:lstStyle>
            <a:defPPr algn="ctr">
              <a:defRPr sz="1650" b="1" i="0">
                <a:solidFill>
                  <a:srgbClr val="FFFDF8"/>
                </a:solidFill>
                <a:latin typeface="Arial"/>
                <a:ea typeface="Arial"/>
                <a:cs typeface="Arial"/>
              </a:defRPr>
            </a:defPPr>
            <a:lvl1pPr algn="ctr">
              <a:defRPr sz="1650" b="1" i="0">
                <a:solidFill>
                  <a:srgbClr val="FFFDF8"/>
                </a:solidFill>
                <a:latin typeface="Arial"/>
                <a:ea typeface="Arial"/>
                <a:cs typeface="Arial"/>
              </a:defRPr>
            </a:lvl1pPr>
            <a:lvl2pPr algn="ctr">
              <a:defRPr sz="1650" b="1" i="0">
                <a:solidFill>
                  <a:srgbClr val="FFFDF8"/>
                </a:solidFill>
                <a:latin typeface="Arial"/>
                <a:ea typeface="Arial"/>
                <a:cs typeface="Arial"/>
              </a:defRPr>
            </a:lvl2pPr>
            <a:lvl3pPr algn="ctr">
              <a:defRPr sz="1650" b="1" i="0">
                <a:solidFill>
                  <a:srgbClr val="FFFDF8"/>
                </a:solidFill>
                <a:latin typeface="Arial"/>
                <a:ea typeface="Arial"/>
                <a:cs typeface="Arial"/>
              </a:defRPr>
            </a:lvl3pPr>
            <a:lvl4pPr algn="ctr">
              <a:defRPr sz="1650" b="1" i="0">
                <a:solidFill>
                  <a:srgbClr val="FFFDF8"/>
                </a:solidFill>
                <a:latin typeface="Arial"/>
                <a:ea typeface="Arial"/>
                <a:cs typeface="Arial"/>
              </a:defRPr>
            </a:lvl4pPr>
            <a:lvl5pPr algn="ctr">
              <a:defRPr sz="1650" b="1" i="0">
                <a:solidFill>
                  <a:srgbClr val="FFFDF8"/>
                </a:solidFill>
                <a:latin typeface="Arial"/>
                <a:ea typeface="Arial"/>
                <a:cs typeface="Arial"/>
              </a:defRPr>
            </a:lvl5pPr>
            <a:lvl6pPr algn="ctr">
              <a:defRPr sz="1650" b="1" i="0">
                <a:solidFill>
                  <a:srgbClr val="FFFDF8"/>
                </a:solidFill>
                <a:latin typeface="Arial"/>
                <a:ea typeface="Arial"/>
                <a:cs typeface="Arial"/>
              </a:defRPr>
            </a:lvl6pPr>
            <a:lvl7pPr algn="ctr">
              <a:defRPr sz="1650" b="1" i="0">
                <a:solidFill>
                  <a:srgbClr val="FFFDF8"/>
                </a:solidFill>
                <a:latin typeface="Arial"/>
                <a:ea typeface="Arial"/>
                <a:cs typeface="Arial"/>
              </a:defRPr>
            </a:lvl7pPr>
            <a:lvl8pPr algn="ctr">
              <a:defRPr sz="1650" b="1" i="0">
                <a:solidFill>
                  <a:srgbClr val="FFFDF8"/>
                </a:solidFill>
                <a:latin typeface="Arial"/>
                <a:ea typeface="Arial"/>
                <a:cs typeface="Arial"/>
              </a:defRPr>
            </a:lvl8pPr>
            <a:lvl9pPr algn="ctr">
              <a:defRPr sz="1650" b="1" i="0">
                <a:solidFill>
                  <a:srgbClr val="FFFDF8"/>
                </a:solidFill>
                <a:latin typeface="Arial"/>
                <a:ea typeface="Arial"/>
                <a:cs typeface="Arial"/>
              </a:defRPr>
            </a:lvl9pPr>
          </a:lstStyle>
          <a:p>
            <a:pPr algn="ctr">
              <a:defRPr sz="1650" b="1" i="0">
                <a:solidFill>
                  <a:srgbClr val="FFFDF8"/>
                </a:solidFill>
                <a:latin typeface="Arial"/>
                <a:ea typeface="Arial"/>
                <a:cs typeface="Arial"/>
              </a:defRPr>
            </a:pPr>
            <a:r>
              <a:rPr sz="1650" b="1" i="0">
                <a:solidFill>
                  <a:srgbClr val="FFFDF8"/>
                </a:solidFill>
                <a:latin typeface="Arial"/>
                <a:ea typeface="Arial"/>
                <a:cs typeface="Arial"/>
              </a:rPr>
              <a:t>Material split</a:t>
            </a:r>
          </a:p>
        </p:txBody>
      </p:sp>
      <p:sp>
        <p:nvSpPr>
          <p:cNvPr id="11" name="Arrow: Right 10">
            <a:extLst>
              <a:ext uri="{FF2B5EF4-FFF2-40B4-BE49-F238E27FC236}">
                <a16:creationId xmlns:a16="http://schemas.microsoft.com/office/drawing/2014/main" id="{AE4416AF-7C91-455E-9354-4ED139B83814}"/>
              </a:ext>
            </a:extLst>
          </p:cNvPr>
          <p:cNvSpPr>
            <a:spLocks noGrp="1"/>
          </p:cNvSpPr>
          <p:nvPr/>
        </p:nvSpPr>
        <p:spPr>
          <a:xfrm>
            <a:off x="5600700" y="2781300"/>
            <a:ext cx="514350" cy="190500"/>
          </a:xfrm>
          <a:prstGeom prst="rightArrow">
            <a:avLst/>
          </a:prstGeom>
          <a:solidFill>
            <a:srgbClr val="737B71"/>
          </a:solidFill>
          <a:ln w="0">
            <a:noFill/>
            <a:prstDash val="solid"/>
          </a:ln>
        </p:spPr>
      </p:sp>
      <p:sp>
        <p:nvSpPr>
          <p:cNvPr id="12" name="Rectangle 11">
            <a:extLst>
              <a:ext uri="{FF2B5EF4-FFF2-40B4-BE49-F238E27FC236}">
                <a16:creationId xmlns:a16="http://schemas.microsoft.com/office/drawing/2014/main" id="{26FA3ECF-64E8-40B9-AE09-F35EE06BE2AB}"/>
              </a:ext>
            </a:extLst>
          </p:cNvPr>
          <p:cNvSpPr>
            <a:spLocks noGrp="1"/>
          </p:cNvSpPr>
          <p:nvPr/>
        </p:nvSpPr>
        <p:spPr>
          <a:xfrm>
            <a:off x="6296025" y="2381250"/>
            <a:ext cx="19050" cy="3476625"/>
          </a:xfrm>
          <a:prstGeom prst="rect">
            <a:avLst/>
          </a:prstGeom>
          <a:solidFill>
            <a:srgbClr val="DDDED3"/>
          </a:solidFill>
          <a:ln w="0">
            <a:noFill/>
            <a:prstDash val="solid"/>
          </a:ln>
        </p:spPr>
      </p:sp>
      <p:sp>
        <p:nvSpPr>
          <p:cNvPr id="13" name="Rectangle 12">
            <a:extLst>
              <a:ext uri="{FF2B5EF4-FFF2-40B4-BE49-F238E27FC236}">
                <a16:creationId xmlns:a16="http://schemas.microsoft.com/office/drawing/2014/main" id="{665E7ECB-A500-4A84-8CE6-25D3B87DA6AB}"/>
              </a:ext>
            </a:extLst>
          </p:cNvPr>
          <p:cNvSpPr>
            <a:spLocks noGrp="1"/>
          </p:cNvSpPr>
          <p:nvPr/>
        </p:nvSpPr>
        <p:spPr>
          <a:xfrm>
            <a:off x="781050" y="3686175"/>
            <a:ext cx="4705350" cy="247650"/>
          </a:xfrm>
          <a:prstGeom prst="rect">
            <a:avLst/>
          </a:prstGeom>
          <a:noFill/>
          <a:ln w="0">
            <a:noFill/>
            <a:prstDash val="solid"/>
          </a:ln>
        </p:spPr>
        <p:txBody>
          <a:bodyPr wrap="square" lIns="0" tIns="0" rIns="0" bIns="0" anchor="t">
            <a:noAutofit/>
          </a:bodyPr>
          <a:lstStyle>
            <a:defPPr algn="l">
              <a:defRPr sz="1350" b="1" i="0">
                <a:solidFill>
                  <a:srgbClr val="82977F"/>
                </a:solidFill>
                <a:latin typeface="Arial"/>
                <a:ea typeface="Arial"/>
                <a:cs typeface="Arial"/>
              </a:defRPr>
            </a:defPPr>
            <a:lvl1pPr algn="l">
              <a:defRPr sz="1350" b="1" i="0">
                <a:solidFill>
                  <a:srgbClr val="82977F"/>
                </a:solidFill>
                <a:latin typeface="Arial"/>
                <a:ea typeface="Arial"/>
                <a:cs typeface="Arial"/>
              </a:defRPr>
            </a:lvl1pPr>
            <a:lvl2pPr algn="l">
              <a:defRPr sz="1350" b="1" i="0">
                <a:solidFill>
                  <a:srgbClr val="82977F"/>
                </a:solidFill>
                <a:latin typeface="Arial"/>
                <a:ea typeface="Arial"/>
                <a:cs typeface="Arial"/>
              </a:defRPr>
            </a:lvl2pPr>
            <a:lvl3pPr algn="l">
              <a:defRPr sz="1350" b="1" i="0">
                <a:solidFill>
                  <a:srgbClr val="82977F"/>
                </a:solidFill>
                <a:latin typeface="Arial"/>
                <a:ea typeface="Arial"/>
                <a:cs typeface="Arial"/>
              </a:defRPr>
            </a:lvl3pPr>
            <a:lvl4pPr algn="l">
              <a:defRPr sz="1350" b="1" i="0">
                <a:solidFill>
                  <a:srgbClr val="82977F"/>
                </a:solidFill>
                <a:latin typeface="Arial"/>
                <a:ea typeface="Arial"/>
                <a:cs typeface="Arial"/>
              </a:defRPr>
            </a:lvl4pPr>
            <a:lvl5pPr algn="l">
              <a:defRPr sz="1350" b="1" i="0">
                <a:solidFill>
                  <a:srgbClr val="82977F"/>
                </a:solidFill>
                <a:latin typeface="Arial"/>
                <a:ea typeface="Arial"/>
                <a:cs typeface="Arial"/>
              </a:defRPr>
            </a:lvl5pPr>
            <a:lvl6pPr algn="l">
              <a:defRPr sz="1350" b="1" i="0">
                <a:solidFill>
                  <a:srgbClr val="82977F"/>
                </a:solidFill>
                <a:latin typeface="Arial"/>
                <a:ea typeface="Arial"/>
                <a:cs typeface="Arial"/>
              </a:defRPr>
            </a:lvl6pPr>
            <a:lvl7pPr algn="l">
              <a:defRPr sz="1350" b="1" i="0">
                <a:solidFill>
                  <a:srgbClr val="82977F"/>
                </a:solidFill>
                <a:latin typeface="Arial"/>
                <a:ea typeface="Arial"/>
                <a:cs typeface="Arial"/>
              </a:defRPr>
            </a:lvl7pPr>
            <a:lvl8pPr algn="l">
              <a:defRPr sz="1350" b="1" i="0">
                <a:solidFill>
                  <a:srgbClr val="82977F"/>
                </a:solidFill>
                <a:latin typeface="Arial"/>
                <a:ea typeface="Arial"/>
                <a:cs typeface="Arial"/>
              </a:defRPr>
            </a:lvl8pPr>
            <a:lvl9pPr algn="l">
              <a:defRPr sz="1350" b="1" i="0">
                <a:solidFill>
                  <a:srgbClr val="82977F"/>
                </a:solidFill>
                <a:latin typeface="Arial"/>
                <a:ea typeface="Arial"/>
                <a:cs typeface="Arial"/>
              </a:defRPr>
            </a:lvl9pPr>
          </a:lstStyle>
          <a:p>
            <a:pPr algn="l">
              <a:defRPr sz="1350" b="1" i="0">
                <a:solidFill>
                  <a:srgbClr val="82977F"/>
                </a:solidFill>
                <a:latin typeface="Arial"/>
                <a:ea typeface="Arial"/>
                <a:cs typeface="Arial"/>
              </a:defRPr>
            </a:pPr>
            <a:r>
              <a:rPr sz="1350" b="1" i="0">
                <a:solidFill>
                  <a:srgbClr val="82977F"/>
                </a:solidFill>
                <a:latin typeface="Arial"/>
                <a:ea typeface="Arial"/>
                <a:cs typeface="Arial"/>
              </a:rPr>
              <a:t>PRIORITY  |  MATERIAL RECOVERY</a:t>
            </a:r>
          </a:p>
        </p:txBody>
      </p:sp>
      <p:sp>
        <p:nvSpPr>
          <p:cNvPr id="14" name="Rectangle 13">
            <a:extLst>
              <a:ext uri="{FF2B5EF4-FFF2-40B4-BE49-F238E27FC236}">
                <a16:creationId xmlns:a16="http://schemas.microsoft.com/office/drawing/2014/main" id="{995C7E9B-97F0-4DEC-826D-0DBFB256AE38}"/>
              </a:ext>
            </a:extLst>
          </p:cNvPr>
          <p:cNvSpPr>
            <a:spLocks noGrp="1"/>
          </p:cNvSpPr>
          <p:nvPr/>
        </p:nvSpPr>
        <p:spPr>
          <a:xfrm>
            <a:off x="781050" y="4029075"/>
            <a:ext cx="4705350" cy="19050"/>
          </a:xfrm>
          <a:prstGeom prst="rect">
            <a:avLst/>
          </a:prstGeom>
          <a:solidFill>
            <a:srgbClr val="82977F"/>
          </a:solidFill>
          <a:ln w="0">
            <a:noFill/>
            <a:prstDash val="solid"/>
          </a:ln>
        </p:spPr>
      </p:sp>
      <p:sp>
        <p:nvSpPr>
          <p:cNvPr id="15" name="Rectangle 14">
            <a:extLst>
              <a:ext uri="{FF2B5EF4-FFF2-40B4-BE49-F238E27FC236}">
                <a16:creationId xmlns:a16="http://schemas.microsoft.com/office/drawing/2014/main" id="{F8AAC232-FCA8-4ECE-BB45-B257F45B6EB4}"/>
              </a:ext>
            </a:extLst>
          </p:cNvPr>
          <p:cNvSpPr>
            <a:spLocks noGrp="1"/>
          </p:cNvSpPr>
          <p:nvPr/>
        </p:nvSpPr>
        <p:spPr>
          <a:xfrm>
            <a:off x="800100" y="4229100"/>
            <a:ext cx="3810000" cy="314325"/>
          </a:xfrm>
          <a:prstGeom prst="rect">
            <a:avLst/>
          </a:prstGeom>
          <a:noFill/>
          <a:ln w="0">
            <a:noFill/>
            <a:prstDash val="solid"/>
          </a:ln>
        </p:spPr>
        <p:txBody>
          <a:bodyPr wrap="square" lIns="0" tIns="0" rIns="0" bIns="0" anchor="t">
            <a:noAutofit/>
          </a:bodyPr>
          <a:lstStyle>
            <a:defPPr algn="l">
              <a:defRPr sz="1875" b="1" i="0">
                <a:solidFill>
                  <a:srgbClr val="17231D"/>
                </a:solidFill>
                <a:latin typeface="Arial"/>
                <a:ea typeface="Arial"/>
                <a:cs typeface="Arial"/>
              </a:defRPr>
            </a:defPPr>
            <a:lvl1pPr algn="l">
              <a:defRPr sz="1875" b="1" i="0">
                <a:solidFill>
                  <a:srgbClr val="17231D"/>
                </a:solidFill>
                <a:latin typeface="Arial"/>
                <a:ea typeface="Arial"/>
                <a:cs typeface="Arial"/>
              </a:defRPr>
            </a:lvl1pPr>
            <a:lvl2pPr algn="l">
              <a:defRPr sz="1875" b="1" i="0">
                <a:solidFill>
                  <a:srgbClr val="17231D"/>
                </a:solidFill>
                <a:latin typeface="Arial"/>
                <a:ea typeface="Arial"/>
                <a:cs typeface="Arial"/>
              </a:defRPr>
            </a:lvl2pPr>
            <a:lvl3pPr algn="l">
              <a:defRPr sz="1875" b="1" i="0">
                <a:solidFill>
                  <a:srgbClr val="17231D"/>
                </a:solidFill>
                <a:latin typeface="Arial"/>
                <a:ea typeface="Arial"/>
                <a:cs typeface="Arial"/>
              </a:defRPr>
            </a:lvl3pPr>
            <a:lvl4pPr algn="l">
              <a:defRPr sz="1875" b="1" i="0">
                <a:solidFill>
                  <a:srgbClr val="17231D"/>
                </a:solidFill>
                <a:latin typeface="Arial"/>
                <a:ea typeface="Arial"/>
                <a:cs typeface="Arial"/>
              </a:defRPr>
            </a:lvl4pPr>
            <a:lvl5pPr algn="l">
              <a:defRPr sz="1875" b="1" i="0">
                <a:solidFill>
                  <a:srgbClr val="17231D"/>
                </a:solidFill>
                <a:latin typeface="Arial"/>
                <a:ea typeface="Arial"/>
                <a:cs typeface="Arial"/>
              </a:defRPr>
            </a:lvl5pPr>
            <a:lvl6pPr algn="l">
              <a:defRPr sz="1875" b="1" i="0">
                <a:solidFill>
                  <a:srgbClr val="17231D"/>
                </a:solidFill>
                <a:latin typeface="Arial"/>
                <a:ea typeface="Arial"/>
                <a:cs typeface="Arial"/>
              </a:defRPr>
            </a:lvl6pPr>
            <a:lvl7pPr algn="l">
              <a:defRPr sz="1875" b="1" i="0">
                <a:solidFill>
                  <a:srgbClr val="17231D"/>
                </a:solidFill>
                <a:latin typeface="Arial"/>
                <a:ea typeface="Arial"/>
                <a:cs typeface="Arial"/>
              </a:defRPr>
            </a:lvl7pPr>
            <a:lvl8pPr algn="l">
              <a:defRPr sz="1875" b="1" i="0">
                <a:solidFill>
                  <a:srgbClr val="17231D"/>
                </a:solidFill>
                <a:latin typeface="Arial"/>
                <a:ea typeface="Arial"/>
                <a:cs typeface="Arial"/>
              </a:defRPr>
            </a:lvl8pPr>
            <a:lvl9pPr algn="l">
              <a:defRPr sz="1875" b="1" i="0">
                <a:solidFill>
                  <a:srgbClr val="17231D"/>
                </a:solidFill>
                <a:latin typeface="Arial"/>
                <a:ea typeface="Arial"/>
                <a:cs typeface="Arial"/>
              </a:defRPr>
            </a:lvl9pPr>
          </a:lstStyle>
          <a:p>
            <a:pPr algn="l">
              <a:defRPr sz="1875" b="1" i="0">
                <a:solidFill>
                  <a:srgbClr val="17231D"/>
                </a:solidFill>
                <a:latin typeface="Arial"/>
                <a:ea typeface="Arial"/>
                <a:cs typeface="Arial"/>
              </a:defRPr>
            </a:pPr>
            <a:r>
              <a:rPr sz="1875" b="1" i="0">
                <a:solidFill>
                  <a:srgbClr val="17231D"/>
                </a:solidFill>
                <a:latin typeface="Arial"/>
                <a:ea typeface="Arial"/>
                <a:cs typeface="Arial"/>
              </a:rPr>
              <a:t>Recycle usable materials</a:t>
            </a:r>
          </a:p>
        </p:txBody>
      </p:sp>
      <p:sp>
        <p:nvSpPr>
          <p:cNvPr id="16" name="Rectangle 15">
            <a:extLst>
              <a:ext uri="{FF2B5EF4-FFF2-40B4-BE49-F238E27FC236}">
                <a16:creationId xmlns:a16="http://schemas.microsoft.com/office/drawing/2014/main" id="{A3C9ED00-3D48-4A88-9592-0C77298D93EF}"/>
              </a:ext>
            </a:extLst>
          </p:cNvPr>
          <p:cNvSpPr>
            <a:spLocks noGrp="1"/>
          </p:cNvSpPr>
          <p:nvPr/>
        </p:nvSpPr>
        <p:spPr>
          <a:xfrm>
            <a:off x="800100" y="4610100"/>
            <a:ext cx="4629150" cy="647700"/>
          </a:xfrm>
          <a:prstGeom prst="rect">
            <a:avLst/>
          </a:prstGeom>
          <a:noFill/>
          <a:ln w="0">
            <a:noFill/>
            <a:prstDash val="solid"/>
          </a:ln>
        </p:spPr>
        <p:txBody>
          <a:bodyPr wrap="square" lIns="0" tIns="0" rIns="0" bIns="0" anchor="t">
            <a:noAutofit/>
          </a:bodyPr>
          <a:lstStyle>
            <a:defPPr algn="l">
              <a:defRPr sz="1500" b="0" i="0">
                <a:solidFill>
                  <a:srgbClr val="4E5B53"/>
                </a:solidFill>
                <a:latin typeface="Arial"/>
                <a:ea typeface="Arial"/>
                <a:cs typeface="Arial"/>
              </a:defRPr>
            </a:defPPr>
            <a:lvl1pPr algn="l">
              <a:defRPr sz="1500" b="0" i="0">
                <a:solidFill>
                  <a:srgbClr val="4E5B53"/>
                </a:solidFill>
                <a:latin typeface="Arial"/>
                <a:ea typeface="Arial"/>
                <a:cs typeface="Arial"/>
              </a:defRPr>
            </a:lvl1pPr>
            <a:lvl2pPr algn="l">
              <a:defRPr sz="1500" b="0" i="0">
                <a:solidFill>
                  <a:srgbClr val="4E5B53"/>
                </a:solidFill>
                <a:latin typeface="Arial"/>
                <a:ea typeface="Arial"/>
                <a:cs typeface="Arial"/>
              </a:defRPr>
            </a:lvl2pPr>
            <a:lvl3pPr algn="l">
              <a:defRPr sz="1500" b="0" i="0">
                <a:solidFill>
                  <a:srgbClr val="4E5B53"/>
                </a:solidFill>
                <a:latin typeface="Arial"/>
                <a:ea typeface="Arial"/>
                <a:cs typeface="Arial"/>
              </a:defRPr>
            </a:lvl3pPr>
            <a:lvl4pPr algn="l">
              <a:defRPr sz="1500" b="0" i="0">
                <a:solidFill>
                  <a:srgbClr val="4E5B53"/>
                </a:solidFill>
                <a:latin typeface="Arial"/>
                <a:ea typeface="Arial"/>
                <a:cs typeface="Arial"/>
              </a:defRPr>
            </a:lvl4pPr>
            <a:lvl5pPr algn="l">
              <a:defRPr sz="1500" b="0" i="0">
                <a:solidFill>
                  <a:srgbClr val="4E5B53"/>
                </a:solidFill>
                <a:latin typeface="Arial"/>
                <a:ea typeface="Arial"/>
                <a:cs typeface="Arial"/>
              </a:defRPr>
            </a:lvl5pPr>
            <a:lvl6pPr algn="l">
              <a:defRPr sz="1500" b="0" i="0">
                <a:solidFill>
                  <a:srgbClr val="4E5B53"/>
                </a:solidFill>
                <a:latin typeface="Arial"/>
                <a:ea typeface="Arial"/>
                <a:cs typeface="Arial"/>
              </a:defRPr>
            </a:lvl6pPr>
            <a:lvl7pPr algn="l">
              <a:defRPr sz="1500" b="0" i="0">
                <a:solidFill>
                  <a:srgbClr val="4E5B53"/>
                </a:solidFill>
                <a:latin typeface="Arial"/>
                <a:ea typeface="Arial"/>
                <a:cs typeface="Arial"/>
              </a:defRPr>
            </a:lvl7pPr>
            <a:lvl8pPr algn="l">
              <a:defRPr sz="1500" b="0" i="0">
                <a:solidFill>
                  <a:srgbClr val="4E5B53"/>
                </a:solidFill>
                <a:latin typeface="Arial"/>
                <a:ea typeface="Arial"/>
                <a:cs typeface="Arial"/>
              </a:defRPr>
            </a:lvl8pPr>
            <a:lvl9pPr algn="l">
              <a:defRPr sz="1500" b="0" i="0">
                <a:solidFill>
                  <a:srgbClr val="4E5B53"/>
                </a:solidFill>
                <a:latin typeface="Arial"/>
                <a:ea typeface="Arial"/>
                <a:cs typeface="Arial"/>
              </a:defRPr>
            </a:lvl9pPr>
          </a:lstStyle>
          <a:p>
            <a:pPr algn="l">
              <a:defRPr sz="1500" b="0" i="0">
                <a:solidFill>
                  <a:srgbClr val="4E5B53"/>
                </a:solidFill>
                <a:latin typeface="Arial"/>
                <a:ea typeface="Arial"/>
                <a:cs typeface="Arial"/>
              </a:defRPr>
            </a:pPr>
            <a:r>
              <a:rPr sz="1500" b="0" i="0">
                <a:solidFill>
                  <a:srgbClr val="4E5B53"/>
                </a:solidFill>
                <a:latin typeface="Arial"/>
                <a:ea typeface="Arial"/>
                <a:cs typeface="Arial"/>
              </a:rPr>
              <a:t>Route accepted fractions through verified local recyclers and material markets.</a:t>
            </a:r>
          </a:p>
        </p:txBody>
      </p:sp>
      <p:sp>
        <p:nvSpPr>
          <p:cNvPr id="17" name="Rectangle 16">
            <a:extLst>
              <a:ext uri="{FF2B5EF4-FFF2-40B4-BE49-F238E27FC236}">
                <a16:creationId xmlns:a16="http://schemas.microsoft.com/office/drawing/2014/main" id="{7FF839FC-F3CA-440F-9AD3-3E6A509024E2}"/>
              </a:ext>
            </a:extLst>
          </p:cNvPr>
          <p:cNvSpPr>
            <a:spLocks noGrp="1"/>
          </p:cNvSpPr>
          <p:nvPr/>
        </p:nvSpPr>
        <p:spPr>
          <a:xfrm>
            <a:off x="800100" y="5495925"/>
            <a:ext cx="342900" cy="38100"/>
          </a:xfrm>
          <a:prstGeom prst="rect">
            <a:avLst/>
          </a:prstGeom>
          <a:solidFill>
            <a:srgbClr val="1D4B3A"/>
          </a:solidFill>
          <a:ln w="0">
            <a:noFill/>
            <a:prstDash val="solid"/>
          </a:ln>
        </p:spPr>
      </p:sp>
      <p:sp>
        <p:nvSpPr>
          <p:cNvPr id="18" name="Rectangle 17">
            <a:extLst>
              <a:ext uri="{FF2B5EF4-FFF2-40B4-BE49-F238E27FC236}">
                <a16:creationId xmlns:a16="http://schemas.microsoft.com/office/drawing/2014/main" id="{91A7EB48-D854-410B-8A63-5097D7065D52}"/>
              </a:ext>
            </a:extLst>
          </p:cNvPr>
          <p:cNvSpPr>
            <a:spLocks noGrp="1"/>
          </p:cNvSpPr>
          <p:nvPr/>
        </p:nvSpPr>
        <p:spPr>
          <a:xfrm>
            <a:off x="800100" y="5600700"/>
            <a:ext cx="1381125" cy="228600"/>
          </a:xfrm>
          <a:prstGeom prst="rect">
            <a:avLst/>
          </a:prstGeom>
          <a:noFill/>
          <a:ln w="0">
            <a:noFill/>
            <a:prstDash val="solid"/>
          </a:ln>
        </p:spPr>
        <p:txBody>
          <a:bodyPr wrap="square" lIns="0" tIns="0" rIns="0" bIns="0" anchor="t">
            <a:noAutofit/>
          </a:bodyPr>
          <a:lstStyle>
            <a:defPPr algn="l">
              <a:defRPr sz="1275" b="1" i="0">
                <a:solidFill>
                  <a:srgbClr val="17231D"/>
                </a:solidFill>
                <a:latin typeface="Arial"/>
                <a:ea typeface="Arial"/>
                <a:cs typeface="Arial"/>
              </a:defRPr>
            </a:defPPr>
            <a:lvl1pPr algn="l">
              <a:defRPr sz="1275" b="1" i="0">
                <a:solidFill>
                  <a:srgbClr val="17231D"/>
                </a:solidFill>
                <a:latin typeface="Arial"/>
                <a:ea typeface="Arial"/>
                <a:cs typeface="Arial"/>
              </a:defRPr>
            </a:lvl1pPr>
            <a:lvl2pPr algn="l">
              <a:defRPr sz="1275" b="1" i="0">
                <a:solidFill>
                  <a:srgbClr val="17231D"/>
                </a:solidFill>
                <a:latin typeface="Arial"/>
                <a:ea typeface="Arial"/>
                <a:cs typeface="Arial"/>
              </a:defRPr>
            </a:lvl2pPr>
            <a:lvl3pPr algn="l">
              <a:defRPr sz="1275" b="1" i="0">
                <a:solidFill>
                  <a:srgbClr val="17231D"/>
                </a:solidFill>
                <a:latin typeface="Arial"/>
                <a:ea typeface="Arial"/>
                <a:cs typeface="Arial"/>
              </a:defRPr>
            </a:lvl3pPr>
            <a:lvl4pPr algn="l">
              <a:defRPr sz="1275" b="1" i="0">
                <a:solidFill>
                  <a:srgbClr val="17231D"/>
                </a:solidFill>
                <a:latin typeface="Arial"/>
                <a:ea typeface="Arial"/>
                <a:cs typeface="Arial"/>
              </a:defRPr>
            </a:lvl4pPr>
            <a:lvl5pPr algn="l">
              <a:defRPr sz="1275" b="1" i="0">
                <a:solidFill>
                  <a:srgbClr val="17231D"/>
                </a:solidFill>
                <a:latin typeface="Arial"/>
                <a:ea typeface="Arial"/>
                <a:cs typeface="Arial"/>
              </a:defRPr>
            </a:lvl5pPr>
            <a:lvl6pPr algn="l">
              <a:defRPr sz="1275" b="1" i="0">
                <a:solidFill>
                  <a:srgbClr val="17231D"/>
                </a:solidFill>
                <a:latin typeface="Arial"/>
                <a:ea typeface="Arial"/>
                <a:cs typeface="Arial"/>
              </a:defRPr>
            </a:lvl6pPr>
            <a:lvl7pPr algn="l">
              <a:defRPr sz="1275" b="1" i="0">
                <a:solidFill>
                  <a:srgbClr val="17231D"/>
                </a:solidFill>
                <a:latin typeface="Arial"/>
                <a:ea typeface="Arial"/>
                <a:cs typeface="Arial"/>
              </a:defRPr>
            </a:lvl7pPr>
            <a:lvl8pPr algn="l">
              <a:defRPr sz="1275" b="1" i="0">
                <a:solidFill>
                  <a:srgbClr val="17231D"/>
                </a:solidFill>
                <a:latin typeface="Arial"/>
                <a:ea typeface="Arial"/>
                <a:cs typeface="Arial"/>
              </a:defRPr>
            </a:lvl8pPr>
            <a:lvl9pPr algn="l">
              <a:defRPr sz="1275" b="1" i="0">
                <a:solidFill>
                  <a:srgbClr val="17231D"/>
                </a:solidFill>
                <a:latin typeface="Arial"/>
                <a:ea typeface="Arial"/>
                <a:cs typeface="Arial"/>
              </a:defRPr>
            </a:lvl9pPr>
          </a:lstStyle>
          <a:p>
            <a:pPr algn="l">
              <a:defRPr sz="1275" b="1" i="0">
                <a:solidFill>
                  <a:srgbClr val="17231D"/>
                </a:solidFill>
                <a:latin typeface="Arial"/>
                <a:ea typeface="Arial"/>
                <a:cs typeface="Arial"/>
              </a:defRPr>
            </a:pPr>
            <a:r>
              <a:rPr sz="1275" b="1" i="0">
                <a:solidFill>
                  <a:srgbClr val="17231D"/>
                </a:solidFill>
                <a:latin typeface="Arial"/>
                <a:ea typeface="Arial"/>
                <a:cs typeface="Arial"/>
              </a:rPr>
              <a:t>PET / HDPE</a:t>
            </a:r>
          </a:p>
        </p:txBody>
      </p:sp>
      <p:sp>
        <p:nvSpPr>
          <p:cNvPr id="19" name="Rectangle 18">
            <a:extLst>
              <a:ext uri="{FF2B5EF4-FFF2-40B4-BE49-F238E27FC236}">
                <a16:creationId xmlns:a16="http://schemas.microsoft.com/office/drawing/2014/main" id="{868F3BD5-5F69-4281-8984-C66512C98CC4}"/>
              </a:ext>
            </a:extLst>
          </p:cNvPr>
          <p:cNvSpPr>
            <a:spLocks noGrp="1"/>
          </p:cNvSpPr>
          <p:nvPr/>
        </p:nvSpPr>
        <p:spPr>
          <a:xfrm>
            <a:off x="2324100" y="5495925"/>
            <a:ext cx="342900" cy="38100"/>
          </a:xfrm>
          <a:prstGeom prst="rect">
            <a:avLst/>
          </a:prstGeom>
          <a:solidFill>
            <a:srgbClr val="9FB5A7"/>
          </a:solidFill>
          <a:ln w="0">
            <a:noFill/>
            <a:prstDash val="solid"/>
          </a:ln>
        </p:spPr>
      </p:sp>
      <p:sp>
        <p:nvSpPr>
          <p:cNvPr id="20" name="Rectangle 19">
            <a:extLst>
              <a:ext uri="{FF2B5EF4-FFF2-40B4-BE49-F238E27FC236}">
                <a16:creationId xmlns:a16="http://schemas.microsoft.com/office/drawing/2014/main" id="{EAA2F252-D71B-4583-8CB1-D1E836393873}"/>
              </a:ext>
            </a:extLst>
          </p:cNvPr>
          <p:cNvSpPr>
            <a:spLocks noGrp="1"/>
          </p:cNvSpPr>
          <p:nvPr/>
        </p:nvSpPr>
        <p:spPr>
          <a:xfrm>
            <a:off x="2324100" y="5600700"/>
            <a:ext cx="1381125" cy="228600"/>
          </a:xfrm>
          <a:prstGeom prst="rect">
            <a:avLst/>
          </a:prstGeom>
          <a:noFill/>
          <a:ln w="0">
            <a:noFill/>
            <a:prstDash val="solid"/>
          </a:ln>
        </p:spPr>
        <p:txBody>
          <a:bodyPr wrap="square" lIns="0" tIns="0" rIns="0" bIns="0" anchor="t">
            <a:noAutofit/>
          </a:bodyPr>
          <a:lstStyle>
            <a:defPPr algn="l">
              <a:defRPr sz="1275" b="1" i="0">
                <a:solidFill>
                  <a:srgbClr val="17231D"/>
                </a:solidFill>
                <a:latin typeface="Arial"/>
                <a:ea typeface="Arial"/>
                <a:cs typeface="Arial"/>
              </a:defRPr>
            </a:defPPr>
            <a:lvl1pPr algn="l">
              <a:defRPr sz="1275" b="1" i="0">
                <a:solidFill>
                  <a:srgbClr val="17231D"/>
                </a:solidFill>
                <a:latin typeface="Arial"/>
                <a:ea typeface="Arial"/>
                <a:cs typeface="Arial"/>
              </a:defRPr>
            </a:lvl1pPr>
            <a:lvl2pPr algn="l">
              <a:defRPr sz="1275" b="1" i="0">
                <a:solidFill>
                  <a:srgbClr val="17231D"/>
                </a:solidFill>
                <a:latin typeface="Arial"/>
                <a:ea typeface="Arial"/>
                <a:cs typeface="Arial"/>
              </a:defRPr>
            </a:lvl2pPr>
            <a:lvl3pPr algn="l">
              <a:defRPr sz="1275" b="1" i="0">
                <a:solidFill>
                  <a:srgbClr val="17231D"/>
                </a:solidFill>
                <a:latin typeface="Arial"/>
                <a:ea typeface="Arial"/>
                <a:cs typeface="Arial"/>
              </a:defRPr>
            </a:lvl3pPr>
            <a:lvl4pPr algn="l">
              <a:defRPr sz="1275" b="1" i="0">
                <a:solidFill>
                  <a:srgbClr val="17231D"/>
                </a:solidFill>
                <a:latin typeface="Arial"/>
                <a:ea typeface="Arial"/>
                <a:cs typeface="Arial"/>
              </a:defRPr>
            </a:lvl4pPr>
            <a:lvl5pPr algn="l">
              <a:defRPr sz="1275" b="1" i="0">
                <a:solidFill>
                  <a:srgbClr val="17231D"/>
                </a:solidFill>
                <a:latin typeface="Arial"/>
                <a:ea typeface="Arial"/>
                <a:cs typeface="Arial"/>
              </a:defRPr>
            </a:lvl5pPr>
            <a:lvl6pPr algn="l">
              <a:defRPr sz="1275" b="1" i="0">
                <a:solidFill>
                  <a:srgbClr val="17231D"/>
                </a:solidFill>
                <a:latin typeface="Arial"/>
                <a:ea typeface="Arial"/>
                <a:cs typeface="Arial"/>
              </a:defRPr>
            </a:lvl6pPr>
            <a:lvl7pPr algn="l">
              <a:defRPr sz="1275" b="1" i="0">
                <a:solidFill>
                  <a:srgbClr val="17231D"/>
                </a:solidFill>
                <a:latin typeface="Arial"/>
                <a:ea typeface="Arial"/>
                <a:cs typeface="Arial"/>
              </a:defRPr>
            </a:lvl7pPr>
            <a:lvl8pPr algn="l">
              <a:defRPr sz="1275" b="1" i="0">
                <a:solidFill>
                  <a:srgbClr val="17231D"/>
                </a:solidFill>
                <a:latin typeface="Arial"/>
                <a:ea typeface="Arial"/>
                <a:cs typeface="Arial"/>
              </a:defRPr>
            </a:lvl8pPr>
            <a:lvl9pPr algn="l">
              <a:defRPr sz="1275" b="1" i="0">
                <a:solidFill>
                  <a:srgbClr val="17231D"/>
                </a:solidFill>
                <a:latin typeface="Arial"/>
                <a:ea typeface="Arial"/>
                <a:cs typeface="Arial"/>
              </a:defRPr>
            </a:lvl9pPr>
          </a:lstStyle>
          <a:p>
            <a:pPr algn="l">
              <a:defRPr sz="1275" b="1" i="0">
                <a:solidFill>
                  <a:srgbClr val="17231D"/>
                </a:solidFill>
                <a:latin typeface="Arial"/>
                <a:ea typeface="Arial"/>
                <a:cs typeface="Arial"/>
              </a:defRPr>
            </a:pPr>
            <a:r>
              <a:rPr sz="1275" b="1" i="0">
                <a:solidFill>
                  <a:srgbClr val="17231D"/>
                </a:solidFill>
                <a:latin typeface="Arial"/>
                <a:ea typeface="Arial"/>
                <a:cs typeface="Arial"/>
              </a:rPr>
              <a:t>Aluminum</a:t>
            </a:r>
          </a:p>
        </p:txBody>
      </p:sp>
      <p:sp>
        <p:nvSpPr>
          <p:cNvPr id="21" name="Rectangle 20">
            <a:extLst>
              <a:ext uri="{FF2B5EF4-FFF2-40B4-BE49-F238E27FC236}">
                <a16:creationId xmlns:a16="http://schemas.microsoft.com/office/drawing/2014/main" id="{95C6CD3B-342C-4AFD-BED5-618BB1ED29FE}"/>
              </a:ext>
            </a:extLst>
          </p:cNvPr>
          <p:cNvSpPr>
            <a:spLocks noGrp="1"/>
          </p:cNvSpPr>
          <p:nvPr/>
        </p:nvSpPr>
        <p:spPr>
          <a:xfrm>
            <a:off x="3848100" y="5495925"/>
            <a:ext cx="342900" cy="38100"/>
          </a:xfrm>
          <a:prstGeom prst="rect">
            <a:avLst/>
          </a:prstGeom>
          <a:solidFill>
            <a:srgbClr val="82977F"/>
          </a:solidFill>
          <a:ln w="0">
            <a:noFill/>
            <a:prstDash val="solid"/>
          </a:ln>
        </p:spPr>
      </p:sp>
      <p:sp>
        <p:nvSpPr>
          <p:cNvPr id="22" name="Rectangle 21">
            <a:extLst>
              <a:ext uri="{FF2B5EF4-FFF2-40B4-BE49-F238E27FC236}">
                <a16:creationId xmlns:a16="http://schemas.microsoft.com/office/drawing/2014/main" id="{0B0EB58E-738D-41C7-93F7-82D59E336DAB}"/>
              </a:ext>
            </a:extLst>
          </p:cNvPr>
          <p:cNvSpPr>
            <a:spLocks noGrp="1"/>
          </p:cNvSpPr>
          <p:nvPr/>
        </p:nvSpPr>
        <p:spPr>
          <a:xfrm>
            <a:off x="3848100" y="5600700"/>
            <a:ext cx="1381125" cy="228600"/>
          </a:xfrm>
          <a:prstGeom prst="rect">
            <a:avLst/>
          </a:prstGeom>
          <a:noFill/>
          <a:ln w="0">
            <a:noFill/>
            <a:prstDash val="solid"/>
          </a:ln>
        </p:spPr>
        <p:txBody>
          <a:bodyPr wrap="square" lIns="0" tIns="0" rIns="0" bIns="0" anchor="t">
            <a:noAutofit/>
          </a:bodyPr>
          <a:lstStyle>
            <a:defPPr algn="l">
              <a:defRPr sz="1275" b="1" i="0">
                <a:solidFill>
                  <a:srgbClr val="17231D"/>
                </a:solidFill>
                <a:latin typeface="Arial"/>
                <a:ea typeface="Arial"/>
                <a:cs typeface="Arial"/>
              </a:defRPr>
            </a:defPPr>
            <a:lvl1pPr algn="l">
              <a:defRPr sz="1275" b="1" i="0">
                <a:solidFill>
                  <a:srgbClr val="17231D"/>
                </a:solidFill>
                <a:latin typeface="Arial"/>
                <a:ea typeface="Arial"/>
                <a:cs typeface="Arial"/>
              </a:defRPr>
            </a:lvl1pPr>
            <a:lvl2pPr algn="l">
              <a:defRPr sz="1275" b="1" i="0">
                <a:solidFill>
                  <a:srgbClr val="17231D"/>
                </a:solidFill>
                <a:latin typeface="Arial"/>
                <a:ea typeface="Arial"/>
                <a:cs typeface="Arial"/>
              </a:defRPr>
            </a:lvl2pPr>
            <a:lvl3pPr algn="l">
              <a:defRPr sz="1275" b="1" i="0">
                <a:solidFill>
                  <a:srgbClr val="17231D"/>
                </a:solidFill>
                <a:latin typeface="Arial"/>
                <a:ea typeface="Arial"/>
                <a:cs typeface="Arial"/>
              </a:defRPr>
            </a:lvl3pPr>
            <a:lvl4pPr algn="l">
              <a:defRPr sz="1275" b="1" i="0">
                <a:solidFill>
                  <a:srgbClr val="17231D"/>
                </a:solidFill>
                <a:latin typeface="Arial"/>
                <a:ea typeface="Arial"/>
                <a:cs typeface="Arial"/>
              </a:defRPr>
            </a:lvl4pPr>
            <a:lvl5pPr algn="l">
              <a:defRPr sz="1275" b="1" i="0">
                <a:solidFill>
                  <a:srgbClr val="17231D"/>
                </a:solidFill>
                <a:latin typeface="Arial"/>
                <a:ea typeface="Arial"/>
                <a:cs typeface="Arial"/>
              </a:defRPr>
            </a:lvl5pPr>
            <a:lvl6pPr algn="l">
              <a:defRPr sz="1275" b="1" i="0">
                <a:solidFill>
                  <a:srgbClr val="17231D"/>
                </a:solidFill>
                <a:latin typeface="Arial"/>
                <a:ea typeface="Arial"/>
                <a:cs typeface="Arial"/>
              </a:defRPr>
            </a:lvl6pPr>
            <a:lvl7pPr algn="l">
              <a:defRPr sz="1275" b="1" i="0">
                <a:solidFill>
                  <a:srgbClr val="17231D"/>
                </a:solidFill>
                <a:latin typeface="Arial"/>
                <a:ea typeface="Arial"/>
                <a:cs typeface="Arial"/>
              </a:defRPr>
            </a:lvl7pPr>
            <a:lvl8pPr algn="l">
              <a:defRPr sz="1275" b="1" i="0">
                <a:solidFill>
                  <a:srgbClr val="17231D"/>
                </a:solidFill>
                <a:latin typeface="Arial"/>
                <a:ea typeface="Arial"/>
                <a:cs typeface="Arial"/>
              </a:defRPr>
            </a:lvl8pPr>
            <a:lvl9pPr algn="l">
              <a:defRPr sz="1275" b="1" i="0">
                <a:solidFill>
                  <a:srgbClr val="17231D"/>
                </a:solidFill>
                <a:latin typeface="Arial"/>
                <a:ea typeface="Arial"/>
                <a:cs typeface="Arial"/>
              </a:defRPr>
            </a:lvl9pPr>
          </a:lstStyle>
          <a:p>
            <a:pPr algn="l">
              <a:defRPr sz="1275" b="1" i="0">
                <a:solidFill>
                  <a:srgbClr val="17231D"/>
                </a:solidFill>
                <a:latin typeface="Arial"/>
                <a:ea typeface="Arial"/>
                <a:cs typeface="Arial"/>
              </a:defRPr>
            </a:pPr>
            <a:r>
              <a:rPr sz="1275" b="1" i="0">
                <a:solidFill>
                  <a:srgbClr val="17231D"/>
                </a:solidFill>
                <a:latin typeface="Arial"/>
                <a:ea typeface="Arial"/>
                <a:cs typeface="Arial"/>
              </a:rPr>
              <a:t>Paper</a:t>
            </a:r>
          </a:p>
        </p:txBody>
      </p:sp>
      <p:sp>
        <p:nvSpPr>
          <p:cNvPr id="23" name="Rectangle 22">
            <a:extLst>
              <a:ext uri="{FF2B5EF4-FFF2-40B4-BE49-F238E27FC236}">
                <a16:creationId xmlns:a16="http://schemas.microsoft.com/office/drawing/2014/main" id="{94AF896B-620B-4F28-BD48-3E4F760A6B31}"/>
              </a:ext>
            </a:extLst>
          </p:cNvPr>
          <p:cNvSpPr>
            <a:spLocks noGrp="1"/>
          </p:cNvSpPr>
          <p:nvPr/>
        </p:nvSpPr>
        <p:spPr>
          <a:xfrm>
            <a:off x="6705600" y="2066925"/>
            <a:ext cx="4686300" cy="247650"/>
          </a:xfrm>
          <a:prstGeom prst="rect">
            <a:avLst/>
          </a:prstGeom>
          <a:noFill/>
          <a:ln w="0">
            <a:noFill/>
            <a:prstDash val="solid"/>
          </a:ln>
        </p:spPr>
        <p:txBody>
          <a:bodyPr wrap="square" lIns="0" tIns="0" rIns="0" bIns="0" anchor="t">
            <a:noAutofit/>
          </a:bodyPr>
          <a:lstStyle>
            <a:defPPr algn="l">
              <a:defRPr sz="1350" b="1" i="0">
                <a:solidFill>
                  <a:srgbClr val="D4AD78"/>
                </a:solidFill>
                <a:latin typeface="Arial"/>
                <a:ea typeface="Arial"/>
                <a:cs typeface="Arial"/>
              </a:defRPr>
            </a:defPPr>
            <a:lvl1pPr algn="l">
              <a:defRPr sz="1350" b="1" i="0">
                <a:solidFill>
                  <a:srgbClr val="D4AD78"/>
                </a:solidFill>
                <a:latin typeface="Arial"/>
                <a:ea typeface="Arial"/>
                <a:cs typeface="Arial"/>
              </a:defRPr>
            </a:lvl1pPr>
            <a:lvl2pPr algn="l">
              <a:defRPr sz="1350" b="1" i="0">
                <a:solidFill>
                  <a:srgbClr val="D4AD78"/>
                </a:solidFill>
                <a:latin typeface="Arial"/>
                <a:ea typeface="Arial"/>
                <a:cs typeface="Arial"/>
              </a:defRPr>
            </a:lvl2pPr>
            <a:lvl3pPr algn="l">
              <a:defRPr sz="1350" b="1" i="0">
                <a:solidFill>
                  <a:srgbClr val="D4AD78"/>
                </a:solidFill>
                <a:latin typeface="Arial"/>
                <a:ea typeface="Arial"/>
                <a:cs typeface="Arial"/>
              </a:defRPr>
            </a:lvl3pPr>
            <a:lvl4pPr algn="l">
              <a:defRPr sz="1350" b="1" i="0">
                <a:solidFill>
                  <a:srgbClr val="D4AD78"/>
                </a:solidFill>
                <a:latin typeface="Arial"/>
                <a:ea typeface="Arial"/>
                <a:cs typeface="Arial"/>
              </a:defRPr>
            </a:lvl4pPr>
            <a:lvl5pPr algn="l">
              <a:defRPr sz="1350" b="1" i="0">
                <a:solidFill>
                  <a:srgbClr val="D4AD78"/>
                </a:solidFill>
                <a:latin typeface="Arial"/>
                <a:ea typeface="Arial"/>
                <a:cs typeface="Arial"/>
              </a:defRPr>
            </a:lvl5pPr>
            <a:lvl6pPr algn="l">
              <a:defRPr sz="1350" b="1" i="0">
                <a:solidFill>
                  <a:srgbClr val="D4AD78"/>
                </a:solidFill>
                <a:latin typeface="Arial"/>
                <a:ea typeface="Arial"/>
                <a:cs typeface="Arial"/>
              </a:defRPr>
            </a:lvl6pPr>
            <a:lvl7pPr algn="l">
              <a:defRPr sz="1350" b="1" i="0">
                <a:solidFill>
                  <a:srgbClr val="D4AD78"/>
                </a:solidFill>
                <a:latin typeface="Arial"/>
                <a:ea typeface="Arial"/>
                <a:cs typeface="Arial"/>
              </a:defRPr>
            </a:lvl7pPr>
            <a:lvl8pPr algn="l">
              <a:defRPr sz="1350" b="1" i="0">
                <a:solidFill>
                  <a:srgbClr val="D4AD78"/>
                </a:solidFill>
                <a:latin typeface="Arial"/>
                <a:ea typeface="Arial"/>
                <a:cs typeface="Arial"/>
              </a:defRPr>
            </a:lvl8pPr>
            <a:lvl9pPr algn="l">
              <a:defRPr sz="1350" b="1" i="0">
                <a:solidFill>
                  <a:srgbClr val="D4AD78"/>
                </a:solidFill>
                <a:latin typeface="Arial"/>
                <a:ea typeface="Arial"/>
                <a:cs typeface="Arial"/>
              </a:defRPr>
            </a:lvl9pPr>
          </a:lstStyle>
          <a:p>
            <a:pPr algn="l">
              <a:defRPr sz="1350" b="1" i="0">
                <a:solidFill>
                  <a:srgbClr val="D4AD78"/>
                </a:solidFill>
                <a:latin typeface="Arial"/>
                <a:ea typeface="Arial"/>
                <a:cs typeface="Arial"/>
              </a:defRPr>
            </a:pPr>
            <a:r>
              <a:rPr sz="1350" b="1" i="0">
                <a:solidFill>
                  <a:srgbClr val="D4AD78"/>
                </a:solidFill>
                <a:latin typeface="Arial"/>
                <a:ea typeface="Arial"/>
                <a:cs typeface="Arial"/>
              </a:rPr>
              <a:t>OPTION  |  RESIDUAL ENERGY RECOVERY</a:t>
            </a:r>
          </a:p>
        </p:txBody>
      </p:sp>
      <p:sp>
        <p:nvSpPr>
          <p:cNvPr id="24" name="Rectangle 23">
            <a:extLst>
              <a:ext uri="{FF2B5EF4-FFF2-40B4-BE49-F238E27FC236}">
                <a16:creationId xmlns:a16="http://schemas.microsoft.com/office/drawing/2014/main" id="{B78BC271-5B5E-4311-AEA2-0458B6349B61}"/>
              </a:ext>
            </a:extLst>
          </p:cNvPr>
          <p:cNvSpPr>
            <a:spLocks noGrp="1"/>
          </p:cNvSpPr>
          <p:nvPr/>
        </p:nvSpPr>
        <p:spPr>
          <a:xfrm>
            <a:off x="6705600" y="2409825"/>
            <a:ext cx="4686300" cy="19050"/>
          </a:xfrm>
          <a:prstGeom prst="rect">
            <a:avLst/>
          </a:prstGeom>
          <a:solidFill>
            <a:srgbClr val="D4AD78"/>
          </a:solidFill>
          <a:ln w="0">
            <a:noFill/>
            <a:prstDash val="solid"/>
          </a:ln>
        </p:spPr>
      </p:sp>
      <p:sp>
        <p:nvSpPr>
          <p:cNvPr id="25" name="Rectangle 24">
            <a:extLst>
              <a:ext uri="{FF2B5EF4-FFF2-40B4-BE49-F238E27FC236}">
                <a16:creationId xmlns:a16="http://schemas.microsoft.com/office/drawing/2014/main" id="{D7FE82C4-F5FE-4E39-85A4-F6826DB79AE5}"/>
              </a:ext>
            </a:extLst>
          </p:cNvPr>
          <p:cNvSpPr>
            <a:spLocks noGrp="1"/>
          </p:cNvSpPr>
          <p:nvPr/>
        </p:nvSpPr>
        <p:spPr>
          <a:xfrm>
            <a:off x="6705600" y="2676525"/>
            <a:ext cx="1438275" cy="809625"/>
          </a:xfrm>
          <a:prstGeom prst="rect">
            <a:avLst/>
          </a:prstGeom>
          <a:solidFill>
            <a:srgbClr val="F2EBDD"/>
          </a:solidFill>
          <a:ln w="19050">
            <a:solidFill>
              <a:srgbClr val="D4AD78"/>
            </a:solidFill>
            <a:prstDash val="solid"/>
          </a:ln>
        </p:spPr>
      </p:sp>
      <p:sp>
        <p:nvSpPr>
          <p:cNvPr id="26" name="Rectangle 25">
            <a:extLst>
              <a:ext uri="{FF2B5EF4-FFF2-40B4-BE49-F238E27FC236}">
                <a16:creationId xmlns:a16="http://schemas.microsoft.com/office/drawing/2014/main" id="{C7CE6224-A14B-42C9-943C-D4992796876A}"/>
              </a:ext>
            </a:extLst>
          </p:cNvPr>
          <p:cNvSpPr>
            <a:spLocks noGrp="1"/>
          </p:cNvSpPr>
          <p:nvPr/>
        </p:nvSpPr>
        <p:spPr>
          <a:xfrm>
            <a:off x="6848475" y="2838450"/>
            <a:ext cx="1152525" cy="457200"/>
          </a:xfrm>
          <a:prstGeom prst="rect">
            <a:avLst/>
          </a:prstGeom>
          <a:noFill/>
          <a:ln w="0">
            <a:noFill/>
            <a:prstDash val="solid"/>
          </a:ln>
        </p:spPr>
        <p:txBody>
          <a:bodyPr wrap="square" lIns="0" tIns="0" rIns="0" bIns="0" anchor="ctr">
            <a:noAutofit/>
          </a:bodyPr>
          <a:lstStyle>
            <a:defPPr algn="ctr">
              <a:defRPr sz="1350" b="1" i="0">
                <a:solidFill>
                  <a:srgbClr val="17231D"/>
                </a:solidFill>
                <a:latin typeface="Arial"/>
                <a:ea typeface="Arial"/>
                <a:cs typeface="Arial"/>
              </a:defRPr>
            </a:defPPr>
            <a:lvl1pPr algn="ctr">
              <a:defRPr sz="1350" b="1" i="0">
                <a:solidFill>
                  <a:srgbClr val="17231D"/>
                </a:solidFill>
                <a:latin typeface="Arial"/>
                <a:ea typeface="Arial"/>
                <a:cs typeface="Arial"/>
              </a:defRPr>
            </a:lvl1pPr>
            <a:lvl2pPr algn="ctr">
              <a:defRPr sz="1350" b="1" i="0">
                <a:solidFill>
                  <a:srgbClr val="17231D"/>
                </a:solidFill>
                <a:latin typeface="Arial"/>
                <a:ea typeface="Arial"/>
                <a:cs typeface="Arial"/>
              </a:defRPr>
            </a:lvl2pPr>
            <a:lvl3pPr algn="ctr">
              <a:defRPr sz="1350" b="1" i="0">
                <a:solidFill>
                  <a:srgbClr val="17231D"/>
                </a:solidFill>
                <a:latin typeface="Arial"/>
                <a:ea typeface="Arial"/>
                <a:cs typeface="Arial"/>
              </a:defRPr>
            </a:lvl3pPr>
            <a:lvl4pPr algn="ctr">
              <a:defRPr sz="1350" b="1" i="0">
                <a:solidFill>
                  <a:srgbClr val="17231D"/>
                </a:solidFill>
                <a:latin typeface="Arial"/>
                <a:ea typeface="Arial"/>
                <a:cs typeface="Arial"/>
              </a:defRPr>
            </a:lvl4pPr>
            <a:lvl5pPr algn="ctr">
              <a:defRPr sz="1350" b="1" i="0">
                <a:solidFill>
                  <a:srgbClr val="17231D"/>
                </a:solidFill>
                <a:latin typeface="Arial"/>
                <a:ea typeface="Arial"/>
                <a:cs typeface="Arial"/>
              </a:defRPr>
            </a:lvl5pPr>
            <a:lvl6pPr algn="ctr">
              <a:defRPr sz="1350" b="1" i="0">
                <a:solidFill>
                  <a:srgbClr val="17231D"/>
                </a:solidFill>
                <a:latin typeface="Arial"/>
                <a:ea typeface="Arial"/>
                <a:cs typeface="Arial"/>
              </a:defRPr>
            </a:lvl6pPr>
            <a:lvl7pPr algn="ctr">
              <a:defRPr sz="1350" b="1" i="0">
                <a:solidFill>
                  <a:srgbClr val="17231D"/>
                </a:solidFill>
                <a:latin typeface="Arial"/>
                <a:ea typeface="Arial"/>
                <a:cs typeface="Arial"/>
              </a:defRPr>
            </a:lvl7pPr>
            <a:lvl8pPr algn="ctr">
              <a:defRPr sz="1350" b="1" i="0">
                <a:solidFill>
                  <a:srgbClr val="17231D"/>
                </a:solidFill>
                <a:latin typeface="Arial"/>
                <a:ea typeface="Arial"/>
                <a:cs typeface="Arial"/>
              </a:defRPr>
            </a:lvl8pPr>
            <a:lvl9pPr algn="ctr">
              <a:defRPr sz="1350" b="1" i="0">
                <a:solidFill>
                  <a:srgbClr val="17231D"/>
                </a:solidFill>
                <a:latin typeface="Arial"/>
                <a:ea typeface="Arial"/>
                <a:cs typeface="Arial"/>
              </a:defRPr>
            </a:lvl9pPr>
          </a:lstStyle>
          <a:p>
            <a:pPr algn="ctr">
              <a:defRPr sz="1350" b="1" i="0">
                <a:solidFill>
                  <a:srgbClr val="17231D"/>
                </a:solidFill>
                <a:latin typeface="Arial"/>
                <a:ea typeface="Arial"/>
                <a:cs typeface="Arial"/>
              </a:defRPr>
            </a:pPr>
            <a:r>
              <a:rPr sz="1350" b="1" i="0">
                <a:solidFill>
                  <a:srgbClr val="17231D"/>
                </a:solidFill>
                <a:latin typeface="Arial"/>
                <a:ea typeface="Arial"/>
                <a:cs typeface="Arial"/>
              </a:rPr>
              <a:t>Residuals</a:t>
            </a:r>
          </a:p>
          <a:p>
            <a:pPr algn="ctr">
              <a:defRPr sz="1350" b="1" i="0">
                <a:solidFill>
                  <a:srgbClr val="17231D"/>
                </a:solidFill>
                <a:latin typeface="Arial"/>
                <a:ea typeface="Arial"/>
                <a:cs typeface="Arial"/>
              </a:defRPr>
            </a:pPr>
            <a:r>
              <a:rPr sz="1350" b="1" i="0">
                <a:solidFill>
                  <a:srgbClr val="17231D"/>
                </a:solidFill>
                <a:latin typeface="Arial"/>
                <a:ea typeface="Arial"/>
                <a:cs typeface="Arial"/>
              </a:rPr>
              <a:t>after recovery</a:t>
            </a:r>
          </a:p>
        </p:txBody>
      </p:sp>
      <p:sp>
        <p:nvSpPr>
          <p:cNvPr id="27" name="Arrow: Right 26">
            <a:extLst>
              <a:ext uri="{FF2B5EF4-FFF2-40B4-BE49-F238E27FC236}">
                <a16:creationId xmlns:a16="http://schemas.microsoft.com/office/drawing/2014/main" id="{0A59EC99-EA92-413E-9D16-285959036777}"/>
              </a:ext>
            </a:extLst>
          </p:cNvPr>
          <p:cNvSpPr>
            <a:spLocks noGrp="1"/>
          </p:cNvSpPr>
          <p:nvPr/>
        </p:nvSpPr>
        <p:spPr>
          <a:xfrm>
            <a:off x="8267700" y="3000375"/>
            <a:ext cx="361950" cy="171450"/>
          </a:xfrm>
          <a:prstGeom prst="rightArrow">
            <a:avLst/>
          </a:prstGeom>
          <a:solidFill>
            <a:srgbClr val="D4AD78"/>
          </a:solidFill>
          <a:ln w="0">
            <a:noFill/>
            <a:prstDash val="solid"/>
          </a:ln>
        </p:spPr>
      </p:sp>
      <p:sp>
        <p:nvSpPr>
          <p:cNvPr id="28" name="Rectangle 27">
            <a:extLst>
              <a:ext uri="{FF2B5EF4-FFF2-40B4-BE49-F238E27FC236}">
                <a16:creationId xmlns:a16="http://schemas.microsoft.com/office/drawing/2014/main" id="{F760F6D7-B0EA-4ADE-94BC-44CDAD14570D}"/>
              </a:ext>
            </a:extLst>
          </p:cNvPr>
          <p:cNvSpPr>
            <a:spLocks noGrp="1"/>
          </p:cNvSpPr>
          <p:nvPr/>
        </p:nvSpPr>
        <p:spPr>
          <a:xfrm>
            <a:off x="8763000" y="2676525"/>
            <a:ext cx="1257300" cy="809625"/>
          </a:xfrm>
          <a:prstGeom prst="rect">
            <a:avLst/>
          </a:prstGeom>
          <a:solidFill>
            <a:srgbClr val="23483A"/>
          </a:solidFill>
          <a:ln w="0">
            <a:noFill/>
            <a:prstDash val="solid"/>
          </a:ln>
        </p:spPr>
      </p:sp>
      <p:sp>
        <p:nvSpPr>
          <p:cNvPr id="29" name="Rectangle 28">
            <a:extLst>
              <a:ext uri="{FF2B5EF4-FFF2-40B4-BE49-F238E27FC236}">
                <a16:creationId xmlns:a16="http://schemas.microsoft.com/office/drawing/2014/main" id="{506BEBF3-B1FA-4997-A8DA-78E4A85C2A09}"/>
              </a:ext>
            </a:extLst>
          </p:cNvPr>
          <p:cNvSpPr>
            <a:spLocks noGrp="1"/>
          </p:cNvSpPr>
          <p:nvPr/>
        </p:nvSpPr>
        <p:spPr>
          <a:xfrm>
            <a:off x="8858250" y="2819400"/>
            <a:ext cx="1066800" cy="485775"/>
          </a:xfrm>
          <a:prstGeom prst="rect">
            <a:avLst/>
          </a:prstGeom>
          <a:noFill/>
          <a:ln w="0">
            <a:noFill/>
            <a:prstDash val="solid"/>
          </a:ln>
        </p:spPr>
        <p:txBody>
          <a:bodyPr wrap="square" lIns="0" tIns="0" rIns="0" bIns="0" anchor="ctr">
            <a:noAutofit/>
          </a:bodyPr>
          <a:lstStyle>
            <a:defPPr algn="ctr">
              <a:defRPr sz="1275" b="1" i="0">
                <a:solidFill>
                  <a:srgbClr val="FFFDF8"/>
                </a:solidFill>
                <a:latin typeface="Arial"/>
                <a:ea typeface="Arial"/>
                <a:cs typeface="Arial"/>
              </a:defRPr>
            </a:defPPr>
            <a:lvl1pPr algn="ctr">
              <a:defRPr sz="1275" b="1" i="0">
                <a:solidFill>
                  <a:srgbClr val="FFFDF8"/>
                </a:solidFill>
                <a:latin typeface="Arial"/>
                <a:ea typeface="Arial"/>
                <a:cs typeface="Arial"/>
              </a:defRPr>
            </a:lvl1pPr>
            <a:lvl2pPr algn="ctr">
              <a:defRPr sz="1275" b="1" i="0">
                <a:solidFill>
                  <a:srgbClr val="FFFDF8"/>
                </a:solidFill>
                <a:latin typeface="Arial"/>
                <a:ea typeface="Arial"/>
                <a:cs typeface="Arial"/>
              </a:defRPr>
            </a:lvl2pPr>
            <a:lvl3pPr algn="ctr">
              <a:defRPr sz="1275" b="1" i="0">
                <a:solidFill>
                  <a:srgbClr val="FFFDF8"/>
                </a:solidFill>
                <a:latin typeface="Arial"/>
                <a:ea typeface="Arial"/>
                <a:cs typeface="Arial"/>
              </a:defRPr>
            </a:lvl3pPr>
            <a:lvl4pPr algn="ctr">
              <a:defRPr sz="1275" b="1" i="0">
                <a:solidFill>
                  <a:srgbClr val="FFFDF8"/>
                </a:solidFill>
                <a:latin typeface="Arial"/>
                <a:ea typeface="Arial"/>
                <a:cs typeface="Arial"/>
              </a:defRPr>
            </a:lvl4pPr>
            <a:lvl5pPr algn="ctr">
              <a:defRPr sz="1275" b="1" i="0">
                <a:solidFill>
                  <a:srgbClr val="FFFDF8"/>
                </a:solidFill>
                <a:latin typeface="Arial"/>
                <a:ea typeface="Arial"/>
                <a:cs typeface="Arial"/>
              </a:defRPr>
            </a:lvl5pPr>
            <a:lvl6pPr algn="ctr">
              <a:defRPr sz="1275" b="1" i="0">
                <a:solidFill>
                  <a:srgbClr val="FFFDF8"/>
                </a:solidFill>
                <a:latin typeface="Arial"/>
                <a:ea typeface="Arial"/>
                <a:cs typeface="Arial"/>
              </a:defRPr>
            </a:lvl6pPr>
            <a:lvl7pPr algn="ctr">
              <a:defRPr sz="1275" b="1" i="0">
                <a:solidFill>
                  <a:srgbClr val="FFFDF8"/>
                </a:solidFill>
                <a:latin typeface="Arial"/>
                <a:ea typeface="Arial"/>
                <a:cs typeface="Arial"/>
              </a:defRPr>
            </a:lvl7pPr>
            <a:lvl8pPr algn="ctr">
              <a:defRPr sz="1275" b="1" i="0">
                <a:solidFill>
                  <a:srgbClr val="FFFDF8"/>
                </a:solidFill>
                <a:latin typeface="Arial"/>
                <a:ea typeface="Arial"/>
                <a:cs typeface="Arial"/>
              </a:defRPr>
            </a:lvl8pPr>
            <a:lvl9pPr algn="ctr">
              <a:defRPr sz="1275" b="1" i="0">
                <a:solidFill>
                  <a:srgbClr val="FFFDF8"/>
                </a:solidFill>
                <a:latin typeface="Arial"/>
                <a:ea typeface="Arial"/>
                <a:cs typeface="Arial"/>
              </a:defRPr>
            </a:lvl9pPr>
          </a:lstStyle>
          <a:p>
            <a:pPr algn="ctr">
              <a:defRPr sz="1275" b="1" i="0">
                <a:solidFill>
                  <a:srgbClr val="FFFDF8"/>
                </a:solidFill>
                <a:latin typeface="Arial"/>
                <a:ea typeface="Arial"/>
                <a:cs typeface="Arial"/>
              </a:defRPr>
            </a:pPr>
            <a:r>
              <a:rPr sz="1275" b="1" i="0">
                <a:solidFill>
                  <a:srgbClr val="FFFDF8"/>
                </a:solidFill>
                <a:latin typeface="Arial"/>
                <a:ea typeface="Arial"/>
                <a:cs typeface="Arial"/>
              </a:rPr>
              <a:t>Energy</a:t>
            </a:r>
          </a:p>
          <a:p>
            <a:pPr algn="ctr">
              <a:defRPr sz="1275" b="1" i="0">
                <a:solidFill>
                  <a:srgbClr val="FFFDF8"/>
                </a:solidFill>
                <a:latin typeface="Arial"/>
                <a:ea typeface="Arial"/>
                <a:cs typeface="Arial"/>
              </a:defRPr>
            </a:pPr>
            <a:r>
              <a:rPr sz="1275" b="1" i="0">
                <a:solidFill>
                  <a:srgbClr val="FFFDF8"/>
                </a:solidFill>
                <a:latin typeface="Arial"/>
                <a:ea typeface="Arial"/>
                <a:cs typeface="Arial"/>
              </a:rPr>
              <a:t>recovery study</a:t>
            </a:r>
          </a:p>
        </p:txBody>
      </p:sp>
      <p:sp>
        <p:nvSpPr>
          <p:cNvPr id="30" name="Arrow: Right 29">
            <a:extLst>
              <a:ext uri="{FF2B5EF4-FFF2-40B4-BE49-F238E27FC236}">
                <a16:creationId xmlns:a16="http://schemas.microsoft.com/office/drawing/2014/main" id="{198E8FE7-1A11-4AFC-A819-7BC03389FD37}"/>
              </a:ext>
            </a:extLst>
          </p:cNvPr>
          <p:cNvSpPr>
            <a:spLocks noGrp="1"/>
          </p:cNvSpPr>
          <p:nvPr/>
        </p:nvSpPr>
        <p:spPr>
          <a:xfrm>
            <a:off x="10134600" y="3000375"/>
            <a:ext cx="361950" cy="171450"/>
          </a:xfrm>
          <a:prstGeom prst="rightArrow">
            <a:avLst/>
          </a:prstGeom>
          <a:solidFill>
            <a:srgbClr val="D4AD78"/>
          </a:solidFill>
          <a:ln w="0">
            <a:noFill/>
            <a:prstDash val="solid"/>
          </a:ln>
        </p:spPr>
      </p:sp>
      <p:sp>
        <p:nvSpPr>
          <p:cNvPr id="31" name="Rectangle 30">
            <a:extLst>
              <a:ext uri="{FF2B5EF4-FFF2-40B4-BE49-F238E27FC236}">
                <a16:creationId xmlns:a16="http://schemas.microsoft.com/office/drawing/2014/main" id="{6CF6C960-3EF7-4F1E-9435-F862DE7626A0}"/>
              </a:ext>
            </a:extLst>
          </p:cNvPr>
          <p:cNvSpPr>
            <a:spLocks noGrp="1"/>
          </p:cNvSpPr>
          <p:nvPr/>
        </p:nvSpPr>
        <p:spPr>
          <a:xfrm>
            <a:off x="10620375" y="2676525"/>
            <a:ext cx="866775" cy="809625"/>
          </a:xfrm>
          <a:prstGeom prst="rect">
            <a:avLst/>
          </a:prstGeom>
          <a:solidFill>
            <a:srgbClr val="23483A"/>
          </a:solidFill>
          <a:ln w="0">
            <a:noFill/>
            <a:prstDash val="solid"/>
          </a:ln>
        </p:spPr>
      </p:sp>
      <p:sp>
        <p:nvSpPr>
          <p:cNvPr id="32" name="Rectangle 31">
            <a:extLst>
              <a:ext uri="{FF2B5EF4-FFF2-40B4-BE49-F238E27FC236}">
                <a16:creationId xmlns:a16="http://schemas.microsoft.com/office/drawing/2014/main" id="{06D8FFE2-078E-4C58-B3B6-EB400CBD2A9F}"/>
              </a:ext>
            </a:extLst>
          </p:cNvPr>
          <p:cNvSpPr>
            <a:spLocks noGrp="1"/>
          </p:cNvSpPr>
          <p:nvPr/>
        </p:nvSpPr>
        <p:spPr>
          <a:xfrm>
            <a:off x="10668000" y="2838450"/>
            <a:ext cx="771525" cy="457200"/>
          </a:xfrm>
          <a:prstGeom prst="rect">
            <a:avLst/>
          </a:prstGeom>
          <a:noFill/>
          <a:ln w="0">
            <a:noFill/>
            <a:prstDash val="solid"/>
          </a:ln>
        </p:spPr>
        <p:txBody>
          <a:bodyPr wrap="square" lIns="0" tIns="0" rIns="0" bIns="0" anchor="ctr">
            <a:noAutofit/>
          </a:bodyPr>
          <a:lstStyle>
            <a:defPPr algn="ctr">
              <a:defRPr sz="1125" b="1" i="0">
                <a:solidFill>
                  <a:srgbClr val="FFFDF8"/>
                </a:solidFill>
                <a:latin typeface="Arial"/>
                <a:ea typeface="Arial"/>
                <a:cs typeface="Arial"/>
              </a:defRPr>
            </a:defPPr>
            <a:lvl1pPr algn="ctr">
              <a:defRPr sz="1125" b="1" i="0">
                <a:solidFill>
                  <a:srgbClr val="FFFDF8"/>
                </a:solidFill>
                <a:latin typeface="Arial"/>
                <a:ea typeface="Arial"/>
                <a:cs typeface="Arial"/>
              </a:defRPr>
            </a:lvl1pPr>
            <a:lvl2pPr algn="ctr">
              <a:defRPr sz="1125" b="1" i="0">
                <a:solidFill>
                  <a:srgbClr val="FFFDF8"/>
                </a:solidFill>
                <a:latin typeface="Arial"/>
                <a:ea typeface="Arial"/>
                <a:cs typeface="Arial"/>
              </a:defRPr>
            </a:lvl2pPr>
            <a:lvl3pPr algn="ctr">
              <a:defRPr sz="1125" b="1" i="0">
                <a:solidFill>
                  <a:srgbClr val="FFFDF8"/>
                </a:solidFill>
                <a:latin typeface="Arial"/>
                <a:ea typeface="Arial"/>
                <a:cs typeface="Arial"/>
              </a:defRPr>
            </a:lvl3pPr>
            <a:lvl4pPr algn="ctr">
              <a:defRPr sz="1125" b="1" i="0">
                <a:solidFill>
                  <a:srgbClr val="FFFDF8"/>
                </a:solidFill>
                <a:latin typeface="Arial"/>
                <a:ea typeface="Arial"/>
                <a:cs typeface="Arial"/>
              </a:defRPr>
            </a:lvl4pPr>
            <a:lvl5pPr algn="ctr">
              <a:defRPr sz="1125" b="1" i="0">
                <a:solidFill>
                  <a:srgbClr val="FFFDF8"/>
                </a:solidFill>
                <a:latin typeface="Arial"/>
                <a:ea typeface="Arial"/>
                <a:cs typeface="Arial"/>
              </a:defRPr>
            </a:lvl5pPr>
            <a:lvl6pPr algn="ctr">
              <a:defRPr sz="1125" b="1" i="0">
                <a:solidFill>
                  <a:srgbClr val="FFFDF8"/>
                </a:solidFill>
                <a:latin typeface="Arial"/>
                <a:ea typeface="Arial"/>
                <a:cs typeface="Arial"/>
              </a:defRPr>
            </a:lvl6pPr>
            <a:lvl7pPr algn="ctr">
              <a:defRPr sz="1125" b="1" i="0">
                <a:solidFill>
                  <a:srgbClr val="FFFDF8"/>
                </a:solidFill>
                <a:latin typeface="Arial"/>
                <a:ea typeface="Arial"/>
                <a:cs typeface="Arial"/>
              </a:defRPr>
            </a:lvl7pPr>
            <a:lvl8pPr algn="ctr">
              <a:defRPr sz="1125" b="1" i="0">
                <a:solidFill>
                  <a:srgbClr val="FFFDF8"/>
                </a:solidFill>
                <a:latin typeface="Arial"/>
                <a:ea typeface="Arial"/>
                <a:cs typeface="Arial"/>
              </a:defRPr>
            </a:lvl8pPr>
            <a:lvl9pPr algn="ctr">
              <a:defRPr sz="1125" b="1" i="0">
                <a:solidFill>
                  <a:srgbClr val="FFFDF8"/>
                </a:solidFill>
                <a:latin typeface="Arial"/>
                <a:ea typeface="Arial"/>
                <a:cs typeface="Arial"/>
              </a:defRPr>
            </a:lvl9pPr>
          </a:lstStyle>
          <a:p>
            <a:pPr algn="ctr">
              <a:defRPr sz="1125" b="1" i="0">
                <a:solidFill>
                  <a:srgbClr val="FFFDF8"/>
                </a:solidFill>
                <a:latin typeface="Arial"/>
                <a:ea typeface="Arial"/>
                <a:cs typeface="Arial"/>
              </a:defRPr>
            </a:pPr>
            <a:r>
              <a:rPr sz="1125" b="1" i="0">
                <a:solidFill>
                  <a:srgbClr val="FFFDF8"/>
                </a:solidFill>
                <a:latin typeface="Arial"/>
                <a:ea typeface="Arial"/>
                <a:cs typeface="Arial"/>
              </a:rPr>
              <a:t>Heat +</a:t>
            </a:r>
          </a:p>
          <a:p>
            <a:pPr algn="ctr">
              <a:defRPr sz="1125" b="1" i="0">
                <a:solidFill>
                  <a:srgbClr val="FFFDF8"/>
                </a:solidFill>
                <a:latin typeface="Arial"/>
                <a:ea typeface="Arial"/>
                <a:cs typeface="Arial"/>
              </a:defRPr>
            </a:pPr>
            <a:r>
              <a:rPr sz="1125" b="1" i="0">
                <a:solidFill>
                  <a:srgbClr val="FFFDF8"/>
                </a:solidFill>
                <a:latin typeface="Arial"/>
                <a:ea typeface="Arial"/>
                <a:cs typeface="Arial"/>
              </a:rPr>
              <a:t>power case</a:t>
            </a:r>
          </a:p>
        </p:txBody>
      </p:sp>
      <p:sp>
        <p:nvSpPr>
          <p:cNvPr id="33" name="Rectangle 32">
            <a:extLst>
              <a:ext uri="{FF2B5EF4-FFF2-40B4-BE49-F238E27FC236}">
                <a16:creationId xmlns:a16="http://schemas.microsoft.com/office/drawing/2014/main" id="{097B35C0-CC7F-4751-8FA9-0DAF01FD6970}"/>
              </a:ext>
            </a:extLst>
          </p:cNvPr>
          <p:cNvSpPr>
            <a:spLocks noGrp="1"/>
          </p:cNvSpPr>
          <p:nvPr/>
        </p:nvSpPr>
        <p:spPr>
          <a:xfrm>
            <a:off x="6705600" y="3848100"/>
            <a:ext cx="4686300" cy="285750"/>
          </a:xfrm>
          <a:prstGeom prst="rect">
            <a:avLst/>
          </a:prstGeom>
          <a:noFill/>
          <a:ln w="0">
            <a:noFill/>
            <a:prstDash val="solid"/>
          </a:ln>
        </p:spPr>
        <p:txBody>
          <a:bodyPr wrap="square" lIns="0" tIns="0" rIns="0" bIns="0" anchor="t">
            <a:noAutofit/>
          </a:bodyPr>
          <a:lstStyle>
            <a:defPPr algn="l">
              <a:defRPr sz="1875" b="1" i="0">
                <a:solidFill>
                  <a:srgbClr val="17231D"/>
                </a:solidFill>
                <a:latin typeface="Arial"/>
                <a:ea typeface="Arial"/>
                <a:cs typeface="Arial"/>
              </a:defRPr>
            </a:defPPr>
            <a:lvl1pPr algn="l">
              <a:defRPr sz="1875" b="1" i="0">
                <a:solidFill>
                  <a:srgbClr val="17231D"/>
                </a:solidFill>
                <a:latin typeface="Arial"/>
                <a:ea typeface="Arial"/>
                <a:cs typeface="Arial"/>
              </a:defRPr>
            </a:lvl1pPr>
            <a:lvl2pPr algn="l">
              <a:defRPr sz="1875" b="1" i="0">
                <a:solidFill>
                  <a:srgbClr val="17231D"/>
                </a:solidFill>
                <a:latin typeface="Arial"/>
                <a:ea typeface="Arial"/>
                <a:cs typeface="Arial"/>
              </a:defRPr>
            </a:lvl2pPr>
            <a:lvl3pPr algn="l">
              <a:defRPr sz="1875" b="1" i="0">
                <a:solidFill>
                  <a:srgbClr val="17231D"/>
                </a:solidFill>
                <a:latin typeface="Arial"/>
                <a:ea typeface="Arial"/>
                <a:cs typeface="Arial"/>
              </a:defRPr>
            </a:lvl3pPr>
            <a:lvl4pPr algn="l">
              <a:defRPr sz="1875" b="1" i="0">
                <a:solidFill>
                  <a:srgbClr val="17231D"/>
                </a:solidFill>
                <a:latin typeface="Arial"/>
                <a:ea typeface="Arial"/>
                <a:cs typeface="Arial"/>
              </a:defRPr>
            </a:lvl4pPr>
            <a:lvl5pPr algn="l">
              <a:defRPr sz="1875" b="1" i="0">
                <a:solidFill>
                  <a:srgbClr val="17231D"/>
                </a:solidFill>
                <a:latin typeface="Arial"/>
                <a:ea typeface="Arial"/>
                <a:cs typeface="Arial"/>
              </a:defRPr>
            </a:lvl5pPr>
            <a:lvl6pPr algn="l">
              <a:defRPr sz="1875" b="1" i="0">
                <a:solidFill>
                  <a:srgbClr val="17231D"/>
                </a:solidFill>
                <a:latin typeface="Arial"/>
                <a:ea typeface="Arial"/>
                <a:cs typeface="Arial"/>
              </a:defRPr>
            </a:lvl6pPr>
            <a:lvl7pPr algn="l">
              <a:defRPr sz="1875" b="1" i="0">
                <a:solidFill>
                  <a:srgbClr val="17231D"/>
                </a:solidFill>
                <a:latin typeface="Arial"/>
                <a:ea typeface="Arial"/>
                <a:cs typeface="Arial"/>
              </a:defRPr>
            </a:lvl7pPr>
            <a:lvl8pPr algn="l">
              <a:defRPr sz="1875" b="1" i="0">
                <a:solidFill>
                  <a:srgbClr val="17231D"/>
                </a:solidFill>
                <a:latin typeface="Arial"/>
                <a:ea typeface="Arial"/>
                <a:cs typeface="Arial"/>
              </a:defRPr>
            </a:lvl8pPr>
            <a:lvl9pPr algn="l">
              <a:defRPr sz="1875" b="1" i="0">
                <a:solidFill>
                  <a:srgbClr val="17231D"/>
                </a:solidFill>
                <a:latin typeface="Arial"/>
                <a:ea typeface="Arial"/>
                <a:cs typeface="Arial"/>
              </a:defRPr>
            </a:lvl9pPr>
          </a:lstStyle>
          <a:p>
            <a:pPr algn="l">
              <a:defRPr sz="1875" b="1" i="0">
                <a:solidFill>
                  <a:srgbClr val="17231D"/>
                </a:solidFill>
                <a:latin typeface="Arial"/>
                <a:ea typeface="Arial"/>
                <a:cs typeface="Arial"/>
              </a:defRPr>
            </a:pPr>
            <a:r>
              <a:rPr sz="1875" b="1" i="0">
                <a:solidFill>
                  <a:srgbClr val="17231D"/>
                </a:solidFill>
                <a:latin typeface="Arial"/>
                <a:ea typeface="Arial"/>
                <a:cs typeface="Arial"/>
              </a:rPr>
              <a:t>A feasibility question</a:t>
            </a:r>
          </a:p>
        </p:txBody>
      </p:sp>
      <p:sp>
        <p:nvSpPr>
          <p:cNvPr id="34" name="Rectangle 33">
            <a:extLst>
              <a:ext uri="{FF2B5EF4-FFF2-40B4-BE49-F238E27FC236}">
                <a16:creationId xmlns:a16="http://schemas.microsoft.com/office/drawing/2014/main" id="{43EBAFA5-348D-4ED8-8231-CB541F7B9959}"/>
              </a:ext>
            </a:extLst>
          </p:cNvPr>
          <p:cNvSpPr>
            <a:spLocks noGrp="1"/>
          </p:cNvSpPr>
          <p:nvPr/>
        </p:nvSpPr>
        <p:spPr>
          <a:xfrm>
            <a:off x="6705600" y="4229100"/>
            <a:ext cx="4705350" cy="923925"/>
          </a:xfrm>
          <a:prstGeom prst="rect">
            <a:avLst/>
          </a:prstGeom>
          <a:noFill/>
          <a:ln w="0">
            <a:noFill/>
            <a:prstDash val="solid"/>
          </a:ln>
        </p:spPr>
        <p:txBody>
          <a:bodyPr wrap="square" lIns="0" tIns="0" rIns="0" bIns="0" anchor="t">
            <a:noAutofit/>
          </a:bodyPr>
          <a:lstStyle>
            <a:defPPr algn="l">
              <a:defRPr sz="1500" b="0" i="0">
                <a:solidFill>
                  <a:srgbClr val="4E5B53"/>
                </a:solidFill>
                <a:latin typeface="Arial"/>
                <a:ea typeface="Arial"/>
                <a:cs typeface="Arial"/>
              </a:defRPr>
            </a:defPPr>
            <a:lvl1pPr algn="l">
              <a:defRPr sz="1500" b="0" i="0">
                <a:solidFill>
                  <a:srgbClr val="4E5B53"/>
                </a:solidFill>
                <a:latin typeface="Arial"/>
                <a:ea typeface="Arial"/>
                <a:cs typeface="Arial"/>
              </a:defRPr>
            </a:lvl1pPr>
            <a:lvl2pPr algn="l">
              <a:defRPr sz="1500" b="0" i="0">
                <a:solidFill>
                  <a:srgbClr val="4E5B53"/>
                </a:solidFill>
                <a:latin typeface="Arial"/>
                <a:ea typeface="Arial"/>
                <a:cs typeface="Arial"/>
              </a:defRPr>
            </a:lvl2pPr>
            <a:lvl3pPr algn="l">
              <a:defRPr sz="1500" b="0" i="0">
                <a:solidFill>
                  <a:srgbClr val="4E5B53"/>
                </a:solidFill>
                <a:latin typeface="Arial"/>
                <a:ea typeface="Arial"/>
                <a:cs typeface="Arial"/>
              </a:defRPr>
            </a:lvl3pPr>
            <a:lvl4pPr algn="l">
              <a:defRPr sz="1500" b="0" i="0">
                <a:solidFill>
                  <a:srgbClr val="4E5B53"/>
                </a:solidFill>
                <a:latin typeface="Arial"/>
                <a:ea typeface="Arial"/>
                <a:cs typeface="Arial"/>
              </a:defRPr>
            </a:lvl4pPr>
            <a:lvl5pPr algn="l">
              <a:defRPr sz="1500" b="0" i="0">
                <a:solidFill>
                  <a:srgbClr val="4E5B53"/>
                </a:solidFill>
                <a:latin typeface="Arial"/>
                <a:ea typeface="Arial"/>
                <a:cs typeface="Arial"/>
              </a:defRPr>
            </a:lvl5pPr>
            <a:lvl6pPr algn="l">
              <a:defRPr sz="1500" b="0" i="0">
                <a:solidFill>
                  <a:srgbClr val="4E5B53"/>
                </a:solidFill>
                <a:latin typeface="Arial"/>
                <a:ea typeface="Arial"/>
                <a:cs typeface="Arial"/>
              </a:defRPr>
            </a:lvl6pPr>
            <a:lvl7pPr algn="l">
              <a:defRPr sz="1500" b="0" i="0">
                <a:solidFill>
                  <a:srgbClr val="4E5B53"/>
                </a:solidFill>
                <a:latin typeface="Arial"/>
                <a:ea typeface="Arial"/>
                <a:cs typeface="Arial"/>
              </a:defRPr>
            </a:lvl7pPr>
            <a:lvl8pPr algn="l">
              <a:defRPr sz="1500" b="0" i="0">
                <a:solidFill>
                  <a:srgbClr val="4E5B53"/>
                </a:solidFill>
                <a:latin typeface="Arial"/>
                <a:ea typeface="Arial"/>
                <a:cs typeface="Arial"/>
              </a:defRPr>
            </a:lvl8pPr>
            <a:lvl9pPr algn="l">
              <a:defRPr sz="1500" b="0" i="0">
                <a:solidFill>
                  <a:srgbClr val="4E5B53"/>
                </a:solidFill>
                <a:latin typeface="Arial"/>
                <a:ea typeface="Arial"/>
                <a:cs typeface="Arial"/>
              </a:defRPr>
            </a:lvl9pPr>
          </a:lstStyle>
          <a:p>
            <a:pPr algn="l">
              <a:defRPr sz="1500" b="0" i="0">
                <a:solidFill>
                  <a:srgbClr val="4E5B53"/>
                </a:solidFill>
                <a:latin typeface="Arial"/>
                <a:ea typeface="Arial"/>
                <a:cs typeface="Arial"/>
              </a:defRPr>
            </a:pPr>
            <a:r>
              <a:rPr sz="1500" b="0" i="0">
                <a:solidFill>
                  <a:srgbClr val="4E5B53"/>
                </a:solidFill>
                <a:latin typeface="Arial"/>
                <a:ea typeface="Arial"/>
                <a:cs typeface="Arial"/>
              </a:rPr>
              <a:t>Assess only after waste characterization, recycling capacity, emissions review, permits and offtake analysis.</a:t>
            </a:r>
          </a:p>
        </p:txBody>
      </p:sp>
      <p:sp>
        <p:nvSpPr>
          <p:cNvPr id="35" name="Rectangle 34">
            <a:extLst>
              <a:ext uri="{FF2B5EF4-FFF2-40B4-BE49-F238E27FC236}">
                <a16:creationId xmlns:a16="http://schemas.microsoft.com/office/drawing/2014/main" id="{D5679BBF-D227-407C-9230-B6CF6CABB0FF}"/>
              </a:ext>
            </a:extLst>
          </p:cNvPr>
          <p:cNvSpPr>
            <a:spLocks noGrp="1"/>
          </p:cNvSpPr>
          <p:nvPr/>
        </p:nvSpPr>
        <p:spPr>
          <a:xfrm>
            <a:off x="6705600" y="5524500"/>
            <a:ext cx="4552950" cy="342900"/>
          </a:xfrm>
          <a:prstGeom prst="rect">
            <a:avLst/>
          </a:prstGeom>
          <a:noFill/>
          <a:ln w="0">
            <a:noFill/>
            <a:prstDash val="solid"/>
          </a:ln>
        </p:spPr>
        <p:txBody>
          <a:bodyPr wrap="square" lIns="0" tIns="0" rIns="0" bIns="0" anchor="t">
            <a:noAutofit/>
          </a:bodyPr>
          <a:lstStyle>
            <a:defPPr algn="l">
              <a:defRPr sz="1275" b="1" i="0">
                <a:solidFill>
                  <a:srgbClr val="737B71"/>
                </a:solidFill>
                <a:latin typeface="Arial"/>
                <a:ea typeface="Arial"/>
                <a:cs typeface="Arial"/>
              </a:defRPr>
            </a:defPPr>
            <a:lvl1pPr algn="l">
              <a:defRPr sz="1275" b="1" i="0">
                <a:solidFill>
                  <a:srgbClr val="737B71"/>
                </a:solidFill>
                <a:latin typeface="Arial"/>
                <a:ea typeface="Arial"/>
                <a:cs typeface="Arial"/>
              </a:defRPr>
            </a:lvl1pPr>
            <a:lvl2pPr algn="l">
              <a:defRPr sz="1275" b="1" i="0">
                <a:solidFill>
                  <a:srgbClr val="737B71"/>
                </a:solidFill>
                <a:latin typeface="Arial"/>
                <a:ea typeface="Arial"/>
                <a:cs typeface="Arial"/>
              </a:defRPr>
            </a:lvl2pPr>
            <a:lvl3pPr algn="l">
              <a:defRPr sz="1275" b="1" i="0">
                <a:solidFill>
                  <a:srgbClr val="737B71"/>
                </a:solidFill>
                <a:latin typeface="Arial"/>
                <a:ea typeface="Arial"/>
                <a:cs typeface="Arial"/>
              </a:defRPr>
            </a:lvl3pPr>
            <a:lvl4pPr algn="l">
              <a:defRPr sz="1275" b="1" i="0">
                <a:solidFill>
                  <a:srgbClr val="737B71"/>
                </a:solidFill>
                <a:latin typeface="Arial"/>
                <a:ea typeface="Arial"/>
                <a:cs typeface="Arial"/>
              </a:defRPr>
            </a:lvl4pPr>
            <a:lvl5pPr algn="l">
              <a:defRPr sz="1275" b="1" i="0">
                <a:solidFill>
                  <a:srgbClr val="737B71"/>
                </a:solidFill>
                <a:latin typeface="Arial"/>
                <a:ea typeface="Arial"/>
                <a:cs typeface="Arial"/>
              </a:defRPr>
            </a:lvl5pPr>
            <a:lvl6pPr algn="l">
              <a:defRPr sz="1275" b="1" i="0">
                <a:solidFill>
                  <a:srgbClr val="737B71"/>
                </a:solidFill>
                <a:latin typeface="Arial"/>
                <a:ea typeface="Arial"/>
                <a:cs typeface="Arial"/>
              </a:defRPr>
            </a:lvl6pPr>
            <a:lvl7pPr algn="l">
              <a:defRPr sz="1275" b="1" i="0">
                <a:solidFill>
                  <a:srgbClr val="737B71"/>
                </a:solidFill>
                <a:latin typeface="Arial"/>
                <a:ea typeface="Arial"/>
                <a:cs typeface="Arial"/>
              </a:defRPr>
            </a:lvl7pPr>
            <a:lvl8pPr algn="l">
              <a:defRPr sz="1275" b="1" i="0">
                <a:solidFill>
                  <a:srgbClr val="737B71"/>
                </a:solidFill>
                <a:latin typeface="Arial"/>
                <a:ea typeface="Arial"/>
                <a:cs typeface="Arial"/>
              </a:defRPr>
            </a:lvl8pPr>
            <a:lvl9pPr algn="l">
              <a:defRPr sz="1275" b="1" i="0">
                <a:solidFill>
                  <a:srgbClr val="737B71"/>
                </a:solidFill>
                <a:latin typeface="Arial"/>
                <a:ea typeface="Arial"/>
                <a:cs typeface="Arial"/>
              </a:defRPr>
            </a:lvl9pPr>
          </a:lstStyle>
          <a:p>
            <a:pPr algn="l">
              <a:defRPr sz="1275" b="1" i="0">
                <a:solidFill>
                  <a:srgbClr val="737B71"/>
                </a:solidFill>
                <a:latin typeface="Arial"/>
                <a:ea typeface="Arial"/>
                <a:cs typeface="Arial"/>
              </a:defRPr>
            </a:pPr>
            <a:r>
              <a:rPr sz="1275" b="1" i="0">
                <a:solidFill>
                  <a:srgbClr val="737B71"/>
                </a:solidFill>
                <a:latin typeface="Arial"/>
                <a:ea typeface="Arial"/>
                <a:cs typeface="Arial"/>
              </a:rPr>
              <a:t>No Skopje facility is part of the current demo.</a:t>
            </a:r>
          </a:p>
        </p:txBody>
      </p:sp>
    </p:spTree>
    <p:extLst>
      <p:ext uri="{BB962C8B-B14F-4D97-AF65-F5344CB8AC3E}">
        <p14:creationId xmlns:p14="http://schemas.microsoft.com/office/powerpoint/2010/main" val="966885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7382D"/>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90385BF-01FE-4A68-A8A7-5B473B69F60A}"/>
              </a:ext>
            </a:extLst>
          </p:cNvPr>
          <p:cNvSpPr>
            <a:spLocks noGrp="1"/>
          </p:cNvSpPr>
          <p:nvPr/>
        </p:nvSpPr>
        <p:spPr>
          <a:xfrm>
            <a:off x="723900" y="590550"/>
            <a:ext cx="10744200" cy="590550"/>
          </a:xfrm>
          <a:prstGeom prst="rect">
            <a:avLst/>
          </a:prstGeom>
          <a:noFill/>
          <a:ln w="0">
            <a:noFill/>
            <a:prstDash val="solid"/>
          </a:ln>
        </p:spPr>
        <p:txBody>
          <a:bodyPr wrap="square" lIns="0" tIns="0" rIns="0" bIns="0" anchor="t">
            <a:noAutofit/>
          </a:bodyPr>
          <a:lstStyle>
            <a:defPPr algn="l">
              <a:defRPr sz="3450" b="1" i="0">
                <a:solidFill>
                  <a:srgbClr val="FFFDF8"/>
                </a:solidFill>
                <a:latin typeface="Arial"/>
                <a:ea typeface="Arial"/>
                <a:cs typeface="Arial"/>
              </a:defRPr>
            </a:defPPr>
            <a:lvl1pPr algn="l">
              <a:defRPr sz="3450" b="1" i="0">
                <a:solidFill>
                  <a:srgbClr val="FFFDF8"/>
                </a:solidFill>
                <a:latin typeface="Arial"/>
                <a:ea typeface="Arial"/>
                <a:cs typeface="Arial"/>
              </a:defRPr>
            </a:lvl1pPr>
            <a:lvl2pPr algn="l">
              <a:defRPr sz="3450" b="1" i="0">
                <a:solidFill>
                  <a:srgbClr val="FFFDF8"/>
                </a:solidFill>
                <a:latin typeface="Arial"/>
                <a:ea typeface="Arial"/>
                <a:cs typeface="Arial"/>
              </a:defRPr>
            </a:lvl2pPr>
            <a:lvl3pPr algn="l">
              <a:defRPr sz="3450" b="1" i="0">
                <a:solidFill>
                  <a:srgbClr val="FFFDF8"/>
                </a:solidFill>
                <a:latin typeface="Arial"/>
                <a:ea typeface="Arial"/>
                <a:cs typeface="Arial"/>
              </a:defRPr>
            </a:lvl3pPr>
            <a:lvl4pPr algn="l">
              <a:defRPr sz="3450" b="1" i="0">
                <a:solidFill>
                  <a:srgbClr val="FFFDF8"/>
                </a:solidFill>
                <a:latin typeface="Arial"/>
                <a:ea typeface="Arial"/>
                <a:cs typeface="Arial"/>
              </a:defRPr>
            </a:lvl4pPr>
            <a:lvl5pPr algn="l">
              <a:defRPr sz="3450" b="1" i="0">
                <a:solidFill>
                  <a:srgbClr val="FFFDF8"/>
                </a:solidFill>
                <a:latin typeface="Arial"/>
                <a:ea typeface="Arial"/>
                <a:cs typeface="Arial"/>
              </a:defRPr>
            </a:lvl5pPr>
            <a:lvl6pPr algn="l">
              <a:defRPr sz="3450" b="1" i="0">
                <a:solidFill>
                  <a:srgbClr val="FFFDF8"/>
                </a:solidFill>
                <a:latin typeface="Arial"/>
                <a:ea typeface="Arial"/>
                <a:cs typeface="Arial"/>
              </a:defRPr>
            </a:lvl6pPr>
            <a:lvl7pPr algn="l">
              <a:defRPr sz="3450" b="1" i="0">
                <a:solidFill>
                  <a:srgbClr val="FFFDF8"/>
                </a:solidFill>
                <a:latin typeface="Arial"/>
                <a:ea typeface="Arial"/>
                <a:cs typeface="Arial"/>
              </a:defRPr>
            </a:lvl7pPr>
            <a:lvl8pPr algn="l">
              <a:defRPr sz="3450" b="1" i="0">
                <a:solidFill>
                  <a:srgbClr val="FFFDF8"/>
                </a:solidFill>
                <a:latin typeface="Arial"/>
                <a:ea typeface="Arial"/>
                <a:cs typeface="Arial"/>
              </a:defRPr>
            </a:lvl8pPr>
            <a:lvl9pPr algn="l">
              <a:defRPr sz="3450" b="1" i="0">
                <a:solidFill>
                  <a:srgbClr val="FFFDF8"/>
                </a:solidFill>
                <a:latin typeface="Arial"/>
                <a:ea typeface="Arial"/>
                <a:cs typeface="Arial"/>
              </a:defRPr>
            </a:lvl9pPr>
          </a:lstStyle>
          <a:p>
            <a:pPr algn="l">
              <a:defRPr sz="3450" b="1" i="0">
                <a:solidFill>
                  <a:srgbClr val="FFFDF8"/>
                </a:solidFill>
                <a:latin typeface="Arial"/>
                <a:ea typeface="Arial"/>
                <a:cs typeface="Arial"/>
              </a:defRPr>
            </a:pPr>
            <a:r>
              <a:rPr sz="3450" b="1" i="0">
                <a:solidFill>
                  <a:srgbClr val="FFFDF8"/>
                </a:solidFill>
                <a:latin typeface="Arial"/>
                <a:ea typeface="Arial"/>
                <a:cs typeface="Arial"/>
              </a:rPr>
              <a:t>Potential energy links in Skopje</a:t>
            </a:r>
          </a:p>
        </p:txBody>
      </p:sp>
      <p:sp>
        <p:nvSpPr>
          <p:cNvPr id="2" name="Rectangle 1">
            <a:extLst>
              <a:ext uri="{FF2B5EF4-FFF2-40B4-BE49-F238E27FC236}">
                <a16:creationId xmlns:a16="http://schemas.microsoft.com/office/drawing/2014/main" id="{A852AED2-FA06-4FD9-969B-E019B692DD76}"/>
              </a:ext>
            </a:extLst>
          </p:cNvPr>
          <p:cNvSpPr>
            <a:spLocks noGrp="1"/>
          </p:cNvSpPr>
          <p:nvPr/>
        </p:nvSpPr>
        <p:spPr>
          <a:xfrm>
            <a:off x="742950" y="1219200"/>
            <a:ext cx="10287000" cy="381000"/>
          </a:xfrm>
          <a:prstGeom prst="rect">
            <a:avLst/>
          </a:prstGeom>
          <a:noFill/>
          <a:ln w="0">
            <a:noFill/>
            <a:prstDash val="solid"/>
          </a:ln>
        </p:spPr>
        <p:txBody>
          <a:bodyPr wrap="square" lIns="0" tIns="0" rIns="0" bIns="0" anchor="t">
            <a:noAutofit/>
          </a:bodyPr>
          <a:lstStyle>
            <a:defPPr algn="l">
              <a:defRPr sz="1650" b="0" i="0">
                <a:solidFill>
                  <a:srgbClr val="C2CDC4"/>
                </a:solidFill>
                <a:latin typeface="Arial"/>
                <a:ea typeface="Arial"/>
                <a:cs typeface="Arial"/>
              </a:defRPr>
            </a:defPPr>
            <a:lvl1pPr algn="l">
              <a:defRPr sz="1650" b="0" i="0">
                <a:solidFill>
                  <a:srgbClr val="C2CDC4"/>
                </a:solidFill>
                <a:latin typeface="Arial"/>
                <a:ea typeface="Arial"/>
                <a:cs typeface="Arial"/>
              </a:defRPr>
            </a:lvl1pPr>
            <a:lvl2pPr algn="l">
              <a:defRPr sz="1650" b="0" i="0">
                <a:solidFill>
                  <a:srgbClr val="C2CDC4"/>
                </a:solidFill>
                <a:latin typeface="Arial"/>
                <a:ea typeface="Arial"/>
                <a:cs typeface="Arial"/>
              </a:defRPr>
            </a:lvl2pPr>
            <a:lvl3pPr algn="l">
              <a:defRPr sz="1650" b="0" i="0">
                <a:solidFill>
                  <a:srgbClr val="C2CDC4"/>
                </a:solidFill>
                <a:latin typeface="Arial"/>
                <a:ea typeface="Arial"/>
                <a:cs typeface="Arial"/>
              </a:defRPr>
            </a:lvl3pPr>
            <a:lvl4pPr algn="l">
              <a:defRPr sz="1650" b="0" i="0">
                <a:solidFill>
                  <a:srgbClr val="C2CDC4"/>
                </a:solidFill>
                <a:latin typeface="Arial"/>
                <a:ea typeface="Arial"/>
                <a:cs typeface="Arial"/>
              </a:defRPr>
            </a:lvl4pPr>
            <a:lvl5pPr algn="l">
              <a:defRPr sz="1650" b="0" i="0">
                <a:solidFill>
                  <a:srgbClr val="C2CDC4"/>
                </a:solidFill>
                <a:latin typeface="Arial"/>
                <a:ea typeface="Arial"/>
                <a:cs typeface="Arial"/>
              </a:defRPr>
            </a:lvl5pPr>
            <a:lvl6pPr algn="l">
              <a:defRPr sz="1650" b="0" i="0">
                <a:solidFill>
                  <a:srgbClr val="C2CDC4"/>
                </a:solidFill>
                <a:latin typeface="Arial"/>
                <a:ea typeface="Arial"/>
                <a:cs typeface="Arial"/>
              </a:defRPr>
            </a:lvl6pPr>
            <a:lvl7pPr algn="l">
              <a:defRPr sz="1650" b="0" i="0">
                <a:solidFill>
                  <a:srgbClr val="C2CDC4"/>
                </a:solidFill>
                <a:latin typeface="Arial"/>
                <a:ea typeface="Arial"/>
                <a:cs typeface="Arial"/>
              </a:defRPr>
            </a:lvl7pPr>
            <a:lvl8pPr algn="l">
              <a:defRPr sz="1650" b="0" i="0">
                <a:solidFill>
                  <a:srgbClr val="C2CDC4"/>
                </a:solidFill>
                <a:latin typeface="Arial"/>
                <a:ea typeface="Arial"/>
                <a:cs typeface="Arial"/>
              </a:defRPr>
            </a:lvl8pPr>
            <a:lvl9pPr algn="l">
              <a:defRPr sz="1650" b="0" i="0">
                <a:solidFill>
                  <a:srgbClr val="C2CDC4"/>
                </a:solidFill>
                <a:latin typeface="Arial"/>
                <a:ea typeface="Arial"/>
                <a:cs typeface="Arial"/>
              </a:defRPr>
            </a:lvl9pPr>
          </a:lstStyle>
          <a:p>
            <a:pPr algn="l">
              <a:defRPr sz="1650" b="0" i="0">
                <a:solidFill>
                  <a:srgbClr val="C2CDC4"/>
                </a:solidFill>
                <a:latin typeface="Arial"/>
                <a:ea typeface="Arial"/>
                <a:cs typeface="Arial"/>
              </a:defRPr>
            </a:pPr>
            <a:r>
              <a:rPr sz="1650" b="0" i="0">
                <a:solidFill>
                  <a:srgbClr val="C2CDC4"/>
                </a:solidFill>
                <a:latin typeface="Arial"/>
                <a:ea typeface="Arial"/>
                <a:cs typeface="Arial"/>
              </a:rPr>
              <a:t>Heat and electricity connections remain subjects for operator and engineering studies.</a:t>
            </a:r>
          </a:p>
        </p:txBody>
      </p:sp>
      <p:sp>
        <p:nvSpPr>
          <p:cNvPr id="3" name="Rectangle 2">
            <a:extLst>
              <a:ext uri="{FF2B5EF4-FFF2-40B4-BE49-F238E27FC236}">
                <a16:creationId xmlns:a16="http://schemas.microsoft.com/office/drawing/2014/main" id="{28EB3ECA-CA26-46B9-882B-A5D4B3511A4B}"/>
              </a:ext>
            </a:extLst>
          </p:cNvPr>
          <p:cNvSpPr>
            <a:spLocks noGrp="1"/>
          </p:cNvSpPr>
          <p:nvPr/>
        </p:nvSpPr>
        <p:spPr>
          <a:xfrm>
            <a:off x="723900" y="1695450"/>
            <a:ext cx="10744200" cy="19050"/>
          </a:xfrm>
          <a:prstGeom prst="rect">
            <a:avLst/>
          </a:prstGeom>
          <a:solidFill>
            <a:srgbClr val="385447"/>
          </a:solidFill>
          <a:ln w="0">
            <a:noFill/>
            <a:prstDash val="solid"/>
          </a:ln>
        </p:spPr>
      </p:sp>
      <p:sp>
        <p:nvSpPr>
          <p:cNvPr id="4" name="Rectangle 3">
            <a:extLst>
              <a:ext uri="{FF2B5EF4-FFF2-40B4-BE49-F238E27FC236}">
                <a16:creationId xmlns:a16="http://schemas.microsoft.com/office/drawing/2014/main" id="{79C8CFFB-99DA-4616-B22A-3154E3EA4FF7}"/>
              </a:ext>
            </a:extLst>
          </p:cNvPr>
          <p:cNvSpPr>
            <a:spLocks noGrp="1"/>
          </p:cNvSpPr>
          <p:nvPr/>
        </p:nvSpPr>
        <p:spPr>
          <a:xfrm>
            <a:off x="10687050" y="6400800"/>
            <a:ext cx="800100" cy="190500"/>
          </a:xfrm>
          <a:prstGeom prst="rect">
            <a:avLst/>
          </a:prstGeom>
          <a:noFill/>
          <a:ln w="0">
            <a:noFill/>
            <a:prstDash val="solid"/>
          </a:ln>
        </p:spPr>
        <p:txBody>
          <a:bodyPr wrap="square" lIns="0" tIns="0" rIns="0" bIns="0" anchor="t">
            <a:noAutofit/>
          </a:bodyPr>
          <a:lstStyle>
            <a:defPPr algn="r">
              <a:defRPr sz="1050" b="0" i="0">
                <a:solidFill>
                  <a:srgbClr val="C2CDC4"/>
                </a:solidFill>
                <a:latin typeface="Arial"/>
                <a:ea typeface="Arial"/>
                <a:cs typeface="Arial"/>
              </a:defRPr>
            </a:defPPr>
            <a:lvl1pPr algn="r">
              <a:defRPr sz="1050" b="0" i="0">
                <a:solidFill>
                  <a:srgbClr val="C2CDC4"/>
                </a:solidFill>
                <a:latin typeface="Arial"/>
                <a:ea typeface="Arial"/>
                <a:cs typeface="Arial"/>
              </a:defRPr>
            </a:lvl1pPr>
            <a:lvl2pPr algn="r">
              <a:defRPr sz="1050" b="0" i="0">
                <a:solidFill>
                  <a:srgbClr val="C2CDC4"/>
                </a:solidFill>
                <a:latin typeface="Arial"/>
                <a:ea typeface="Arial"/>
                <a:cs typeface="Arial"/>
              </a:defRPr>
            </a:lvl2pPr>
            <a:lvl3pPr algn="r">
              <a:defRPr sz="1050" b="0" i="0">
                <a:solidFill>
                  <a:srgbClr val="C2CDC4"/>
                </a:solidFill>
                <a:latin typeface="Arial"/>
                <a:ea typeface="Arial"/>
                <a:cs typeface="Arial"/>
              </a:defRPr>
            </a:lvl3pPr>
            <a:lvl4pPr algn="r">
              <a:defRPr sz="1050" b="0" i="0">
                <a:solidFill>
                  <a:srgbClr val="C2CDC4"/>
                </a:solidFill>
                <a:latin typeface="Arial"/>
                <a:ea typeface="Arial"/>
                <a:cs typeface="Arial"/>
              </a:defRPr>
            </a:lvl4pPr>
            <a:lvl5pPr algn="r">
              <a:defRPr sz="1050" b="0" i="0">
                <a:solidFill>
                  <a:srgbClr val="C2CDC4"/>
                </a:solidFill>
                <a:latin typeface="Arial"/>
                <a:ea typeface="Arial"/>
                <a:cs typeface="Arial"/>
              </a:defRPr>
            </a:lvl5pPr>
            <a:lvl6pPr algn="r">
              <a:defRPr sz="1050" b="0" i="0">
                <a:solidFill>
                  <a:srgbClr val="C2CDC4"/>
                </a:solidFill>
                <a:latin typeface="Arial"/>
                <a:ea typeface="Arial"/>
                <a:cs typeface="Arial"/>
              </a:defRPr>
            </a:lvl6pPr>
            <a:lvl7pPr algn="r">
              <a:defRPr sz="1050" b="0" i="0">
                <a:solidFill>
                  <a:srgbClr val="C2CDC4"/>
                </a:solidFill>
                <a:latin typeface="Arial"/>
                <a:ea typeface="Arial"/>
                <a:cs typeface="Arial"/>
              </a:defRPr>
            </a:lvl7pPr>
            <a:lvl8pPr algn="r">
              <a:defRPr sz="1050" b="0" i="0">
                <a:solidFill>
                  <a:srgbClr val="C2CDC4"/>
                </a:solidFill>
                <a:latin typeface="Arial"/>
                <a:ea typeface="Arial"/>
                <a:cs typeface="Arial"/>
              </a:defRPr>
            </a:lvl8pPr>
            <a:lvl9pPr algn="r">
              <a:defRPr sz="1050" b="0" i="0">
                <a:solidFill>
                  <a:srgbClr val="C2CDC4"/>
                </a:solidFill>
                <a:latin typeface="Arial"/>
                <a:ea typeface="Arial"/>
                <a:cs typeface="Arial"/>
              </a:defRPr>
            </a:lvl9pPr>
          </a:lstStyle>
          <a:p>
            <a:pPr algn="r">
              <a:defRPr sz="1050" b="0" i="0">
                <a:solidFill>
                  <a:srgbClr val="C2CDC4"/>
                </a:solidFill>
                <a:latin typeface="Arial"/>
                <a:ea typeface="Arial"/>
                <a:cs typeface="Arial"/>
              </a:defRPr>
            </a:pPr>
            <a:r>
              <a:rPr sz="1050" b="0" i="0">
                <a:solidFill>
                  <a:srgbClr val="C2CDC4"/>
                </a:solidFill>
                <a:latin typeface="Arial"/>
                <a:ea typeface="Arial"/>
                <a:cs typeface="Arial"/>
              </a:rPr>
              <a:t>07 / 10</a:t>
            </a:r>
          </a:p>
        </p:txBody>
      </p:sp>
      <p:sp>
        <p:nvSpPr>
          <p:cNvPr id="5" name="Rectangle 4">
            <a:extLst>
              <a:ext uri="{FF2B5EF4-FFF2-40B4-BE49-F238E27FC236}">
                <a16:creationId xmlns:a16="http://schemas.microsoft.com/office/drawing/2014/main" id="{D215AACA-2368-44FB-B827-CE7B36F7A31C}"/>
              </a:ext>
            </a:extLst>
          </p:cNvPr>
          <p:cNvSpPr>
            <a:spLocks noGrp="1"/>
          </p:cNvSpPr>
          <p:nvPr/>
        </p:nvSpPr>
        <p:spPr>
          <a:xfrm>
            <a:off x="781050" y="2857500"/>
            <a:ext cx="1924050" cy="1428750"/>
          </a:xfrm>
          <a:prstGeom prst="rect">
            <a:avLst/>
          </a:prstGeom>
          <a:solidFill>
            <a:srgbClr val="23483A"/>
          </a:solidFill>
          <a:ln w="19050">
            <a:solidFill>
              <a:srgbClr val="9FB5A7"/>
            </a:solidFill>
            <a:prstDash val="solid"/>
          </a:ln>
        </p:spPr>
      </p:sp>
      <p:sp>
        <p:nvSpPr>
          <p:cNvPr id="6" name="Rectangle 5">
            <a:extLst>
              <a:ext uri="{FF2B5EF4-FFF2-40B4-BE49-F238E27FC236}">
                <a16:creationId xmlns:a16="http://schemas.microsoft.com/office/drawing/2014/main" id="{33A4E2D0-8551-4362-AAEA-E0357D010AA7}"/>
              </a:ext>
            </a:extLst>
          </p:cNvPr>
          <p:cNvSpPr>
            <a:spLocks noGrp="1"/>
          </p:cNvSpPr>
          <p:nvPr/>
        </p:nvSpPr>
        <p:spPr>
          <a:xfrm>
            <a:off x="962025" y="3105150"/>
            <a:ext cx="1562100" cy="495300"/>
          </a:xfrm>
          <a:prstGeom prst="rect">
            <a:avLst/>
          </a:prstGeom>
          <a:noFill/>
          <a:ln w="0">
            <a:noFill/>
            <a:prstDash val="solid"/>
          </a:ln>
        </p:spPr>
        <p:txBody>
          <a:bodyPr wrap="square" lIns="0" tIns="0" rIns="0" bIns="0" anchor="ctr">
            <a:noAutofit/>
          </a:bodyPr>
          <a:lstStyle>
            <a:defPPr algn="ctr">
              <a:defRPr sz="1650" b="1" i="0">
                <a:solidFill>
                  <a:srgbClr val="FFFDF8"/>
                </a:solidFill>
                <a:latin typeface="Arial"/>
                <a:ea typeface="Arial"/>
                <a:cs typeface="Arial"/>
              </a:defRPr>
            </a:defPPr>
            <a:lvl1pPr algn="ctr">
              <a:defRPr sz="1650" b="1" i="0">
                <a:solidFill>
                  <a:srgbClr val="FFFDF8"/>
                </a:solidFill>
                <a:latin typeface="Arial"/>
                <a:ea typeface="Arial"/>
                <a:cs typeface="Arial"/>
              </a:defRPr>
            </a:lvl1pPr>
            <a:lvl2pPr algn="ctr">
              <a:defRPr sz="1650" b="1" i="0">
                <a:solidFill>
                  <a:srgbClr val="FFFDF8"/>
                </a:solidFill>
                <a:latin typeface="Arial"/>
                <a:ea typeface="Arial"/>
                <a:cs typeface="Arial"/>
              </a:defRPr>
            </a:lvl2pPr>
            <a:lvl3pPr algn="ctr">
              <a:defRPr sz="1650" b="1" i="0">
                <a:solidFill>
                  <a:srgbClr val="FFFDF8"/>
                </a:solidFill>
                <a:latin typeface="Arial"/>
                <a:ea typeface="Arial"/>
                <a:cs typeface="Arial"/>
              </a:defRPr>
            </a:lvl3pPr>
            <a:lvl4pPr algn="ctr">
              <a:defRPr sz="1650" b="1" i="0">
                <a:solidFill>
                  <a:srgbClr val="FFFDF8"/>
                </a:solidFill>
                <a:latin typeface="Arial"/>
                <a:ea typeface="Arial"/>
                <a:cs typeface="Arial"/>
              </a:defRPr>
            </a:lvl4pPr>
            <a:lvl5pPr algn="ctr">
              <a:defRPr sz="1650" b="1" i="0">
                <a:solidFill>
                  <a:srgbClr val="FFFDF8"/>
                </a:solidFill>
                <a:latin typeface="Arial"/>
                <a:ea typeface="Arial"/>
                <a:cs typeface="Arial"/>
              </a:defRPr>
            </a:lvl5pPr>
            <a:lvl6pPr algn="ctr">
              <a:defRPr sz="1650" b="1" i="0">
                <a:solidFill>
                  <a:srgbClr val="FFFDF8"/>
                </a:solidFill>
                <a:latin typeface="Arial"/>
                <a:ea typeface="Arial"/>
                <a:cs typeface="Arial"/>
              </a:defRPr>
            </a:lvl6pPr>
            <a:lvl7pPr algn="ctr">
              <a:defRPr sz="1650" b="1" i="0">
                <a:solidFill>
                  <a:srgbClr val="FFFDF8"/>
                </a:solidFill>
                <a:latin typeface="Arial"/>
                <a:ea typeface="Arial"/>
                <a:cs typeface="Arial"/>
              </a:defRPr>
            </a:lvl7pPr>
            <a:lvl8pPr algn="ctr">
              <a:defRPr sz="1650" b="1" i="0">
                <a:solidFill>
                  <a:srgbClr val="FFFDF8"/>
                </a:solidFill>
                <a:latin typeface="Arial"/>
                <a:ea typeface="Arial"/>
                <a:cs typeface="Arial"/>
              </a:defRPr>
            </a:lvl8pPr>
            <a:lvl9pPr algn="ctr">
              <a:defRPr sz="1650" b="1" i="0">
                <a:solidFill>
                  <a:srgbClr val="FFFDF8"/>
                </a:solidFill>
                <a:latin typeface="Arial"/>
                <a:ea typeface="Arial"/>
                <a:cs typeface="Arial"/>
              </a:defRPr>
            </a:lvl9pPr>
          </a:lstStyle>
          <a:p>
            <a:pPr algn="ctr">
              <a:defRPr sz="1650" b="1" i="0">
                <a:solidFill>
                  <a:srgbClr val="FFFDF8"/>
                </a:solidFill>
                <a:latin typeface="Arial"/>
                <a:ea typeface="Arial"/>
                <a:cs typeface="Arial"/>
              </a:defRPr>
            </a:pPr>
            <a:r>
              <a:rPr sz="1650" b="1" i="0">
                <a:solidFill>
                  <a:srgbClr val="FFFDF8"/>
                </a:solidFill>
                <a:latin typeface="Arial"/>
                <a:ea typeface="Arial"/>
                <a:cs typeface="Arial"/>
              </a:rPr>
              <a:t>RESIDUAL ENERGY</a:t>
            </a:r>
          </a:p>
          <a:p>
            <a:pPr algn="ctr">
              <a:defRPr sz="1650" b="1" i="0">
                <a:solidFill>
                  <a:srgbClr val="FFFDF8"/>
                </a:solidFill>
                <a:latin typeface="Arial"/>
                <a:ea typeface="Arial"/>
                <a:cs typeface="Arial"/>
              </a:defRPr>
            </a:pPr>
            <a:r>
              <a:rPr sz="1650" b="1" i="0">
                <a:solidFill>
                  <a:srgbClr val="FFFDF8"/>
                </a:solidFill>
                <a:latin typeface="Arial"/>
                <a:ea typeface="Arial"/>
                <a:cs typeface="Arial"/>
              </a:rPr>
              <a:t>STUDY</a:t>
            </a:r>
          </a:p>
        </p:txBody>
      </p:sp>
      <p:sp>
        <p:nvSpPr>
          <p:cNvPr id="7" name="Rectangle 6">
            <a:extLst>
              <a:ext uri="{FF2B5EF4-FFF2-40B4-BE49-F238E27FC236}">
                <a16:creationId xmlns:a16="http://schemas.microsoft.com/office/drawing/2014/main" id="{56C4864B-2F36-4270-A83D-FA047F644211}"/>
              </a:ext>
            </a:extLst>
          </p:cNvPr>
          <p:cNvSpPr>
            <a:spLocks noGrp="1"/>
          </p:cNvSpPr>
          <p:nvPr/>
        </p:nvSpPr>
        <p:spPr>
          <a:xfrm>
            <a:off x="962025" y="3762375"/>
            <a:ext cx="1562100" cy="266700"/>
          </a:xfrm>
          <a:prstGeom prst="rect">
            <a:avLst/>
          </a:prstGeom>
          <a:noFill/>
          <a:ln w="0">
            <a:noFill/>
            <a:prstDash val="solid"/>
          </a:ln>
        </p:spPr>
        <p:txBody>
          <a:bodyPr wrap="square" lIns="0" tIns="0" rIns="0" bIns="0" anchor="t">
            <a:noAutofit/>
          </a:bodyPr>
          <a:lstStyle>
            <a:defPPr algn="ctr">
              <a:defRPr sz="1275" b="0" i="0">
                <a:solidFill>
                  <a:srgbClr val="C2CDC4"/>
                </a:solidFill>
                <a:latin typeface="Arial"/>
                <a:ea typeface="Arial"/>
                <a:cs typeface="Arial"/>
              </a:defRPr>
            </a:defPPr>
            <a:lvl1pPr algn="ctr">
              <a:defRPr sz="1275" b="0" i="0">
                <a:solidFill>
                  <a:srgbClr val="C2CDC4"/>
                </a:solidFill>
                <a:latin typeface="Arial"/>
                <a:ea typeface="Arial"/>
                <a:cs typeface="Arial"/>
              </a:defRPr>
            </a:lvl1pPr>
            <a:lvl2pPr algn="ctr">
              <a:defRPr sz="1275" b="0" i="0">
                <a:solidFill>
                  <a:srgbClr val="C2CDC4"/>
                </a:solidFill>
                <a:latin typeface="Arial"/>
                <a:ea typeface="Arial"/>
                <a:cs typeface="Arial"/>
              </a:defRPr>
            </a:lvl2pPr>
            <a:lvl3pPr algn="ctr">
              <a:defRPr sz="1275" b="0" i="0">
                <a:solidFill>
                  <a:srgbClr val="C2CDC4"/>
                </a:solidFill>
                <a:latin typeface="Arial"/>
                <a:ea typeface="Arial"/>
                <a:cs typeface="Arial"/>
              </a:defRPr>
            </a:lvl3pPr>
            <a:lvl4pPr algn="ctr">
              <a:defRPr sz="1275" b="0" i="0">
                <a:solidFill>
                  <a:srgbClr val="C2CDC4"/>
                </a:solidFill>
                <a:latin typeface="Arial"/>
                <a:ea typeface="Arial"/>
                <a:cs typeface="Arial"/>
              </a:defRPr>
            </a:lvl4pPr>
            <a:lvl5pPr algn="ctr">
              <a:defRPr sz="1275" b="0" i="0">
                <a:solidFill>
                  <a:srgbClr val="C2CDC4"/>
                </a:solidFill>
                <a:latin typeface="Arial"/>
                <a:ea typeface="Arial"/>
                <a:cs typeface="Arial"/>
              </a:defRPr>
            </a:lvl5pPr>
            <a:lvl6pPr algn="ctr">
              <a:defRPr sz="1275" b="0" i="0">
                <a:solidFill>
                  <a:srgbClr val="C2CDC4"/>
                </a:solidFill>
                <a:latin typeface="Arial"/>
                <a:ea typeface="Arial"/>
                <a:cs typeface="Arial"/>
              </a:defRPr>
            </a:lvl6pPr>
            <a:lvl7pPr algn="ctr">
              <a:defRPr sz="1275" b="0" i="0">
                <a:solidFill>
                  <a:srgbClr val="C2CDC4"/>
                </a:solidFill>
                <a:latin typeface="Arial"/>
                <a:ea typeface="Arial"/>
                <a:cs typeface="Arial"/>
              </a:defRPr>
            </a:lvl7pPr>
            <a:lvl8pPr algn="ctr">
              <a:defRPr sz="1275" b="0" i="0">
                <a:solidFill>
                  <a:srgbClr val="C2CDC4"/>
                </a:solidFill>
                <a:latin typeface="Arial"/>
                <a:ea typeface="Arial"/>
                <a:cs typeface="Arial"/>
              </a:defRPr>
            </a:lvl8pPr>
            <a:lvl9pPr algn="ctr">
              <a:defRPr sz="1275" b="0" i="0">
                <a:solidFill>
                  <a:srgbClr val="C2CDC4"/>
                </a:solidFill>
                <a:latin typeface="Arial"/>
                <a:ea typeface="Arial"/>
                <a:cs typeface="Arial"/>
              </a:defRPr>
            </a:lvl9pPr>
          </a:lstStyle>
          <a:p>
            <a:pPr algn="ctr">
              <a:defRPr sz="1275" b="0" i="0">
                <a:solidFill>
                  <a:srgbClr val="C2CDC4"/>
                </a:solidFill>
                <a:latin typeface="Arial"/>
                <a:ea typeface="Arial"/>
                <a:cs typeface="Arial"/>
              </a:defRPr>
            </a:pPr>
            <a:r>
              <a:rPr sz="1275" b="0" i="0">
                <a:solidFill>
                  <a:srgbClr val="C2CDC4"/>
                </a:solidFill>
                <a:latin typeface="Arial"/>
                <a:ea typeface="Arial"/>
                <a:cs typeface="Arial"/>
              </a:rPr>
              <a:t>conversion options</a:t>
            </a:r>
          </a:p>
        </p:txBody>
      </p:sp>
      <p:sp>
        <p:nvSpPr>
          <p:cNvPr id="8" name="Rectangle 7">
            <a:extLst>
              <a:ext uri="{FF2B5EF4-FFF2-40B4-BE49-F238E27FC236}">
                <a16:creationId xmlns:a16="http://schemas.microsoft.com/office/drawing/2014/main" id="{68FED5D3-E11D-4628-9B46-6FF134DCAC29}"/>
              </a:ext>
            </a:extLst>
          </p:cNvPr>
          <p:cNvSpPr>
            <a:spLocks noGrp="1"/>
          </p:cNvSpPr>
          <p:nvPr/>
        </p:nvSpPr>
        <p:spPr>
          <a:xfrm>
            <a:off x="2705100" y="3562350"/>
            <a:ext cx="838200" cy="38100"/>
          </a:xfrm>
          <a:prstGeom prst="rect">
            <a:avLst/>
          </a:prstGeom>
          <a:solidFill>
            <a:srgbClr val="C2CDC4"/>
          </a:solidFill>
          <a:ln w="0">
            <a:noFill/>
            <a:prstDash val="solid"/>
          </a:ln>
        </p:spPr>
      </p:sp>
      <p:sp>
        <p:nvSpPr>
          <p:cNvPr id="9" name="Rectangle 8">
            <a:extLst>
              <a:ext uri="{FF2B5EF4-FFF2-40B4-BE49-F238E27FC236}">
                <a16:creationId xmlns:a16="http://schemas.microsoft.com/office/drawing/2014/main" id="{EDE1D20B-5551-4CCE-95A0-629895632697}"/>
              </a:ext>
            </a:extLst>
          </p:cNvPr>
          <p:cNvSpPr>
            <a:spLocks noGrp="1"/>
          </p:cNvSpPr>
          <p:nvPr/>
        </p:nvSpPr>
        <p:spPr>
          <a:xfrm>
            <a:off x="3524250" y="2619375"/>
            <a:ext cx="38100" cy="2257425"/>
          </a:xfrm>
          <a:prstGeom prst="rect">
            <a:avLst/>
          </a:prstGeom>
          <a:solidFill>
            <a:srgbClr val="C2CDC4"/>
          </a:solidFill>
          <a:ln w="0">
            <a:noFill/>
            <a:prstDash val="solid"/>
          </a:ln>
        </p:spPr>
      </p:sp>
      <p:sp>
        <p:nvSpPr>
          <p:cNvPr id="10" name="Rectangle 9">
            <a:extLst>
              <a:ext uri="{FF2B5EF4-FFF2-40B4-BE49-F238E27FC236}">
                <a16:creationId xmlns:a16="http://schemas.microsoft.com/office/drawing/2014/main" id="{F374AA54-A6F5-4123-9EEA-8FFD9BDB07B9}"/>
              </a:ext>
            </a:extLst>
          </p:cNvPr>
          <p:cNvSpPr>
            <a:spLocks noGrp="1"/>
          </p:cNvSpPr>
          <p:nvPr/>
        </p:nvSpPr>
        <p:spPr>
          <a:xfrm>
            <a:off x="3524250" y="2619375"/>
            <a:ext cx="781050" cy="38100"/>
          </a:xfrm>
          <a:prstGeom prst="rect">
            <a:avLst/>
          </a:prstGeom>
          <a:solidFill>
            <a:srgbClr val="9FB5A7"/>
          </a:solidFill>
          <a:ln w="0">
            <a:noFill/>
            <a:prstDash val="solid"/>
          </a:ln>
        </p:spPr>
      </p:sp>
      <p:sp>
        <p:nvSpPr>
          <p:cNvPr id="11" name="Rectangle 10">
            <a:extLst>
              <a:ext uri="{FF2B5EF4-FFF2-40B4-BE49-F238E27FC236}">
                <a16:creationId xmlns:a16="http://schemas.microsoft.com/office/drawing/2014/main" id="{BB315C17-E896-4EBD-8191-339B0E091F90}"/>
              </a:ext>
            </a:extLst>
          </p:cNvPr>
          <p:cNvSpPr>
            <a:spLocks noGrp="1"/>
          </p:cNvSpPr>
          <p:nvPr/>
        </p:nvSpPr>
        <p:spPr>
          <a:xfrm>
            <a:off x="3524250" y="4876800"/>
            <a:ext cx="781050" cy="38100"/>
          </a:xfrm>
          <a:prstGeom prst="rect">
            <a:avLst/>
          </a:prstGeom>
          <a:solidFill>
            <a:srgbClr val="D4AD78"/>
          </a:solidFill>
          <a:ln w="0">
            <a:noFill/>
            <a:prstDash val="solid"/>
          </a:ln>
        </p:spPr>
      </p:sp>
      <p:sp>
        <p:nvSpPr>
          <p:cNvPr id="12" name="Arrow: Right 11">
            <a:extLst>
              <a:ext uri="{FF2B5EF4-FFF2-40B4-BE49-F238E27FC236}">
                <a16:creationId xmlns:a16="http://schemas.microsoft.com/office/drawing/2014/main" id="{853BF74F-53FC-466E-B01A-32DD99BC8396}"/>
              </a:ext>
            </a:extLst>
          </p:cNvPr>
          <p:cNvSpPr>
            <a:spLocks noGrp="1"/>
          </p:cNvSpPr>
          <p:nvPr/>
        </p:nvSpPr>
        <p:spPr>
          <a:xfrm>
            <a:off x="4095750" y="2524125"/>
            <a:ext cx="314325" cy="209550"/>
          </a:xfrm>
          <a:prstGeom prst="rightArrow">
            <a:avLst/>
          </a:prstGeom>
          <a:solidFill>
            <a:srgbClr val="9FB5A7"/>
          </a:solidFill>
          <a:ln w="0">
            <a:noFill/>
            <a:prstDash val="solid"/>
          </a:ln>
        </p:spPr>
      </p:sp>
      <p:sp>
        <p:nvSpPr>
          <p:cNvPr id="13" name="Arrow: Right 12">
            <a:extLst>
              <a:ext uri="{FF2B5EF4-FFF2-40B4-BE49-F238E27FC236}">
                <a16:creationId xmlns:a16="http://schemas.microsoft.com/office/drawing/2014/main" id="{B563889B-E612-443E-BC6B-79B480250F57}"/>
              </a:ext>
            </a:extLst>
          </p:cNvPr>
          <p:cNvSpPr>
            <a:spLocks noGrp="1"/>
          </p:cNvSpPr>
          <p:nvPr/>
        </p:nvSpPr>
        <p:spPr>
          <a:xfrm>
            <a:off x="4095750" y="4781550"/>
            <a:ext cx="314325" cy="209550"/>
          </a:xfrm>
          <a:prstGeom prst="rightArrow">
            <a:avLst/>
          </a:prstGeom>
          <a:solidFill>
            <a:srgbClr val="D4AD78"/>
          </a:solidFill>
          <a:ln w="0">
            <a:noFill/>
            <a:prstDash val="solid"/>
          </a:ln>
        </p:spPr>
      </p:sp>
      <p:sp>
        <p:nvSpPr>
          <p:cNvPr id="14" name="Rectangle 13">
            <a:extLst>
              <a:ext uri="{FF2B5EF4-FFF2-40B4-BE49-F238E27FC236}">
                <a16:creationId xmlns:a16="http://schemas.microsoft.com/office/drawing/2014/main" id="{8A645F8F-C395-41BE-95A3-773BEF40B99E}"/>
              </a:ext>
            </a:extLst>
          </p:cNvPr>
          <p:cNvSpPr>
            <a:spLocks noGrp="1"/>
          </p:cNvSpPr>
          <p:nvPr/>
        </p:nvSpPr>
        <p:spPr>
          <a:xfrm>
            <a:off x="4552950" y="1971675"/>
            <a:ext cx="2095500" cy="228600"/>
          </a:xfrm>
          <a:prstGeom prst="rect">
            <a:avLst/>
          </a:prstGeom>
          <a:noFill/>
          <a:ln w="0">
            <a:noFill/>
            <a:prstDash val="solid"/>
          </a:ln>
        </p:spPr>
        <p:txBody>
          <a:bodyPr wrap="square" lIns="0" tIns="0" rIns="0" bIns="0" anchor="t">
            <a:noAutofit/>
          </a:bodyPr>
          <a:lstStyle>
            <a:defPPr algn="l">
              <a:defRPr sz="1275" b="1" i="0">
                <a:solidFill>
                  <a:srgbClr val="9FB5A7"/>
                </a:solidFill>
                <a:latin typeface="Arial"/>
                <a:ea typeface="Arial"/>
                <a:cs typeface="Arial"/>
              </a:defRPr>
            </a:defPPr>
            <a:lvl1pPr algn="l">
              <a:defRPr sz="1275" b="1" i="0">
                <a:solidFill>
                  <a:srgbClr val="9FB5A7"/>
                </a:solidFill>
                <a:latin typeface="Arial"/>
                <a:ea typeface="Arial"/>
                <a:cs typeface="Arial"/>
              </a:defRPr>
            </a:lvl1pPr>
            <a:lvl2pPr algn="l">
              <a:defRPr sz="1275" b="1" i="0">
                <a:solidFill>
                  <a:srgbClr val="9FB5A7"/>
                </a:solidFill>
                <a:latin typeface="Arial"/>
                <a:ea typeface="Arial"/>
                <a:cs typeface="Arial"/>
              </a:defRPr>
            </a:lvl2pPr>
            <a:lvl3pPr algn="l">
              <a:defRPr sz="1275" b="1" i="0">
                <a:solidFill>
                  <a:srgbClr val="9FB5A7"/>
                </a:solidFill>
                <a:latin typeface="Arial"/>
                <a:ea typeface="Arial"/>
                <a:cs typeface="Arial"/>
              </a:defRPr>
            </a:lvl3pPr>
            <a:lvl4pPr algn="l">
              <a:defRPr sz="1275" b="1" i="0">
                <a:solidFill>
                  <a:srgbClr val="9FB5A7"/>
                </a:solidFill>
                <a:latin typeface="Arial"/>
                <a:ea typeface="Arial"/>
                <a:cs typeface="Arial"/>
              </a:defRPr>
            </a:lvl4pPr>
            <a:lvl5pPr algn="l">
              <a:defRPr sz="1275" b="1" i="0">
                <a:solidFill>
                  <a:srgbClr val="9FB5A7"/>
                </a:solidFill>
                <a:latin typeface="Arial"/>
                <a:ea typeface="Arial"/>
                <a:cs typeface="Arial"/>
              </a:defRPr>
            </a:lvl5pPr>
            <a:lvl6pPr algn="l">
              <a:defRPr sz="1275" b="1" i="0">
                <a:solidFill>
                  <a:srgbClr val="9FB5A7"/>
                </a:solidFill>
                <a:latin typeface="Arial"/>
                <a:ea typeface="Arial"/>
                <a:cs typeface="Arial"/>
              </a:defRPr>
            </a:lvl6pPr>
            <a:lvl7pPr algn="l">
              <a:defRPr sz="1275" b="1" i="0">
                <a:solidFill>
                  <a:srgbClr val="9FB5A7"/>
                </a:solidFill>
                <a:latin typeface="Arial"/>
                <a:ea typeface="Arial"/>
                <a:cs typeface="Arial"/>
              </a:defRPr>
            </a:lvl7pPr>
            <a:lvl8pPr algn="l">
              <a:defRPr sz="1275" b="1" i="0">
                <a:solidFill>
                  <a:srgbClr val="9FB5A7"/>
                </a:solidFill>
                <a:latin typeface="Arial"/>
                <a:ea typeface="Arial"/>
                <a:cs typeface="Arial"/>
              </a:defRPr>
            </a:lvl8pPr>
            <a:lvl9pPr algn="l">
              <a:defRPr sz="1275" b="1" i="0">
                <a:solidFill>
                  <a:srgbClr val="9FB5A7"/>
                </a:solidFill>
                <a:latin typeface="Arial"/>
                <a:ea typeface="Arial"/>
                <a:cs typeface="Arial"/>
              </a:defRPr>
            </a:lvl9pPr>
          </a:lstStyle>
          <a:p>
            <a:pPr algn="l">
              <a:defRPr sz="1275" b="1" i="0">
                <a:solidFill>
                  <a:srgbClr val="9FB5A7"/>
                </a:solidFill>
                <a:latin typeface="Arial"/>
                <a:ea typeface="Arial"/>
                <a:cs typeface="Arial"/>
              </a:defRPr>
            </a:pPr>
            <a:r>
              <a:rPr sz="1275" b="1" i="0">
                <a:solidFill>
                  <a:srgbClr val="9FB5A7"/>
                </a:solidFill>
                <a:latin typeface="Arial"/>
                <a:ea typeface="Arial"/>
                <a:cs typeface="Arial"/>
              </a:rPr>
              <a:t>ELECTRICITY</a:t>
            </a:r>
          </a:p>
        </p:txBody>
      </p:sp>
      <p:sp>
        <p:nvSpPr>
          <p:cNvPr id="15" name="Rectangle 14">
            <a:extLst>
              <a:ext uri="{FF2B5EF4-FFF2-40B4-BE49-F238E27FC236}">
                <a16:creationId xmlns:a16="http://schemas.microsoft.com/office/drawing/2014/main" id="{57370EB0-3DD1-418D-9D3B-AD2122844984}"/>
              </a:ext>
            </a:extLst>
          </p:cNvPr>
          <p:cNvSpPr>
            <a:spLocks noGrp="1"/>
          </p:cNvSpPr>
          <p:nvPr/>
        </p:nvSpPr>
        <p:spPr>
          <a:xfrm>
            <a:off x="4552950" y="2619375"/>
            <a:ext cx="2686050" cy="38100"/>
          </a:xfrm>
          <a:prstGeom prst="rect">
            <a:avLst/>
          </a:prstGeom>
          <a:solidFill>
            <a:srgbClr val="9FB5A7"/>
          </a:solidFill>
          <a:ln w="0">
            <a:noFill/>
            <a:prstDash val="solid"/>
          </a:ln>
        </p:spPr>
      </p:sp>
      <p:sp>
        <p:nvSpPr>
          <p:cNvPr id="16" name="Rectangle 15">
            <a:extLst>
              <a:ext uri="{FF2B5EF4-FFF2-40B4-BE49-F238E27FC236}">
                <a16:creationId xmlns:a16="http://schemas.microsoft.com/office/drawing/2014/main" id="{3754381C-4018-4EB6-8451-2637CB892EEB}"/>
              </a:ext>
            </a:extLst>
          </p:cNvPr>
          <p:cNvSpPr>
            <a:spLocks noGrp="1"/>
          </p:cNvSpPr>
          <p:nvPr/>
        </p:nvSpPr>
        <p:spPr>
          <a:xfrm>
            <a:off x="5172075" y="2324100"/>
            <a:ext cx="1695450" cy="590550"/>
          </a:xfrm>
          <a:prstGeom prst="rect">
            <a:avLst/>
          </a:prstGeom>
          <a:solidFill>
            <a:srgbClr val="385447"/>
          </a:solidFill>
          <a:ln w="19050">
            <a:solidFill>
              <a:srgbClr val="9FB5A7"/>
            </a:solidFill>
            <a:prstDash val="solid"/>
          </a:ln>
        </p:spPr>
      </p:sp>
      <p:sp>
        <p:nvSpPr>
          <p:cNvPr id="17" name="Rectangle 16">
            <a:extLst>
              <a:ext uri="{FF2B5EF4-FFF2-40B4-BE49-F238E27FC236}">
                <a16:creationId xmlns:a16="http://schemas.microsoft.com/office/drawing/2014/main" id="{B9F848BA-42D0-4C1C-B11A-87AF650FE424}"/>
              </a:ext>
            </a:extLst>
          </p:cNvPr>
          <p:cNvSpPr>
            <a:spLocks noGrp="1"/>
          </p:cNvSpPr>
          <p:nvPr/>
        </p:nvSpPr>
        <p:spPr>
          <a:xfrm>
            <a:off x="5305425" y="2419350"/>
            <a:ext cx="1428750" cy="400050"/>
          </a:xfrm>
          <a:prstGeom prst="rect">
            <a:avLst/>
          </a:prstGeom>
          <a:noFill/>
          <a:ln w="0">
            <a:noFill/>
            <a:prstDash val="solid"/>
          </a:ln>
        </p:spPr>
        <p:txBody>
          <a:bodyPr wrap="square" lIns="0" tIns="0" rIns="0" bIns="0" anchor="ctr">
            <a:noAutofit/>
          </a:bodyPr>
          <a:lstStyle>
            <a:defPPr algn="ctr">
              <a:defRPr sz="1350" b="1" i="0">
                <a:solidFill>
                  <a:srgbClr val="FFFDF8"/>
                </a:solidFill>
                <a:latin typeface="Arial"/>
                <a:ea typeface="Arial"/>
                <a:cs typeface="Arial"/>
              </a:defRPr>
            </a:defPPr>
            <a:lvl1pPr algn="ctr">
              <a:defRPr sz="1350" b="1" i="0">
                <a:solidFill>
                  <a:srgbClr val="FFFDF8"/>
                </a:solidFill>
                <a:latin typeface="Arial"/>
                <a:ea typeface="Arial"/>
                <a:cs typeface="Arial"/>
              </a:defRPr>
            </a:lvl1pPr>
            <a:lvl2pPr algn="ctr">
              <a:defRPr sz="1350" b="1" i="0">
                <a:solidFill>
                  <a:srgbClr val="FFFDF8"/>
                </a:solidFill>
                <a:latin typeface="Arial"/>
                <a:ea typeface="Arial"/>
                <a:cs typeface="Arial"/>
              </a:defRPr>
            </a:lvl2pPr>
            <a:lvl3pPr algn="ctr">
              <a:defRPr sz="1350" b="1" i="0">
                <a:solidFill>
                  <a:srgbClr val="FFFDF8"/>
                </a:solidFill>
                <a:latin typeface="Arial"/>
                <a:ea typeface="Arial"/>
                <a:cs typeface="Arial"/>
              </a:defRPr>
            </a:lvl3pPr>
            <a:lvl4pPr algn="ctr">
              <a:defRPr sz="1350" b="1" i="0">
                <a:solidFill>
                  <a:srgbClr val="FFFDF8"/>
                </a:solidFill>
                <a:latin typeface="Arial"/>
                <a:ea typeface="Arial"/>
                <a:cs typeface="Arial"/>
              </a:defRPr>
            </a:lvl4pPr>
            <a:lvl5pPr algn="ctr">
              <a:defRPr sz="1350" b="1" i="0">
                <a:solidFill>
                  <a:srgbClr val="FFFDF8"/>
                </a:solidFill>
                <a:latin typeface="Arial"/>
                <a:ea typeface="Arial"/>
                <a:cs typeface="Arial"/>
              </a:defRPr>
            </a:lvl5pPr>
            <a:lvl6pPr algn="ctr">
              <a:defRPr sz="1350" b="1" i="0">
                <a:solidFill>
                  <a:srgbClr val="FFFDF8"/>
                </a:solidFill>
                <a:latin typeface="Arial"/>
                <a:ea typeface="Arial"/>
                <a:cs typeface="Arial"/>
              </a:defRPr>
            </a:lvl6pPr>
            <a:lvl7pPr algn="ctr">
              <a:defRPr sz="1350" b="1" i="0">
                <a:solidFill>
                  <a:srgbClr val="FFFDF8"/>
                </a:solidFill>
                <a:latin typeface="Arial"/>
                <a:ea typeface="Arial"/>
                <a:cs typeface="Arial"/>
              </a:defRPr>
            </a:lvl7pPr>
            <a:lvl8pPr algn="ctr">
              <a:defRPr sz="1350" b="1" i="0">
                <a:solidFill>
                  <a:srgbClr val="FFFDF8"/>
                </a:solidFill>
                <a:latin typeface="Arial"/>
                <a:ea typeface="Arial"/>
                <a:cs typeface="Arial"/>
              </a:defRPr>
            </a:lvl8pPr>
            <a:lvl9pPr algn="ctr">
              <a:defRPr sz="1350" b="1" i="0">
                <a:solidFill>
                  <a:srgbClr val="FFFDF8"/>
                </a:solidFill>
                <a:latin typeface="Arial"/>
                <a:ea typeface="Arial"/>
                <a:cs typeface="Arial"/>
              </a:defRPr>
            </a:lvl9pPr>
          </a:lstStyle>
          <a:p>
            <a:pPr algn="ctr">
              <a:defRPr sz="1350" b="1" i="0">
                <a:solidFill>
                  <a:srgbClr val="FFFDF8"/>
                </a:solidFill>
                <a:latin typeface="Arial"/>
                <a:ea typeface="Arial"/>
                <a:cs typeface="Arial"/>
              </a:defRPr>
            </a:pPr>
            <a:r>
              <a:rPr sz="1350" b="1" i="0">
                <a:solidFill>
                  <a:srgbClr val="FFFDF8"/>
                </a:solidFill>
                <a:latin typeface="Arial"/>
                <a:ea typeface="Arial"/>
                <a:cs typeface="Arial"/>
              </a:rPr>
              <a:t>Grid connection</a:t>
            </a:r>
          </a:p>
          <a:p>
            <a:pPr algn="ctr">
              <a:defRPr sz="1350" b="1" i="0">
                <a:solidFill>
                  <a:srgbClr val="FFFDF8"/>
                </a:solidFill>
                <a:latin typeface="Arial"/>
                <a:ea typeface="Arial"/>
                <a:cs typeface="Arial"/>
              </a:defRPr>
            </a:pPr>
            <a:r>
              <a:rPr sz="1350" b="1" i="0">
                <a:solidFill>
                  <a:srgbClr val="FFFDF8"/>
                </a:solidFill>
                <a:latin typeface="Arial"/>
                <a:ea typeface="Arial"/>
                <a:cs typeface="Arial"/>
              </a:rPr>
              <a:t>study</a:t>
            </a:r>
          </a:p>
        </p:txBody>
      </p:sp>
      <p:sp>
        <p:nvSpPr>
          <p:cNvPr id="18" name="Rectangle 17">
            <a:extLst>
              <a:ext uri="{FF2B5EF4-FFF2-40B4-BE49-F238E27FC236}">
                <a16:creationId xmlns:a16="http://schemas.microsoft.com/office/drawing/2014/main" id="{9FF8E503-D031-44C5-9C14-A64BBBCCBCB4}"/>
              </a:ext>
            </a:extLst>
          </p:cNvPr>
          <p:cNvSpPr>
            <a:spLocks noGrp="1"/>
          </p:cNvSpPr>
          <p:nvPr/>
        </p:nvSpPr>
        <p:spPr>
          <a:xfrm>
            <a:off x="7248525" y="2619375"/>
            <a:ext cx="876300" cy="38100"/>
          </a:xfrm>
          <a:prstGeom prst="rect">
            <a:avLst/>
          </a:prstGeom>
          <a:solidFill>
            <a:srgbClr val="9FB5A7"/>
          </a:solidFill>
          <a:ln w="0">
            <a:noFill/>
            <a:prstDash val="solid"/>
          </a:ln>
        </p:spPr>
      </p:sp>
      <p:sp>
        <p:nvSpPr>
          <p:cNvPr id="19" name="Rectangle 18">
            <a:extLst>
              <a:ext uri="{FF2B5EF4-FFF2-40B4-BE49-F238E27FC236}">
                <a16:creationId xmlns:a16="http://schemas.microsoft.com/office/drawing/2014/main" id="{E2875CE1-2775-40DD-8785-BA97D42050DD}"/>
              </a:ext>
            </a:extLst>
          </p:cNvPr>
          <p:cNvSpPr>
            <a:spLocks noGrp="1"/>
          </p:cNvSpPr>
          <p:nvPr/>
        </p:nvSpPr>
        <p:spPr>
          <a:xfrm>
            <a:off x="8248650" y="2247900"/>
            <a:ext cx="2724150" cy="742950"/>
          </a:xfrm>
          <a:prstGeom prst="rect">
            <a:avLst/>
          </a:prstGeom>
          <a:solidFill>
            <a:srgbClr val="23483A"/>
          </a:solidFill>
          <a:ln w="19050">
            <a:solidFill>
              <a:srgbClr val="9FB5A7"/>
            </a:solidFill>
            <a:prstDash val="solid"/>
          </a:ln>
        </p:spPr>
      </p:sp>
      <p:sp>
        <p:nvSpPr>
          <p:cNvPr id="20" name="Rectangle 19">
            <a:extLst>
              <a:ext uri="{FF2B5EF4-FFF2-40B4-BE49-F238E27FC236}">
                <a16:creationId xmlns:a16="http://schemas.microsoft.com/office/drawing/2014/main" id="{B8492217-5431-49D1-8766-1667E72FA858}"/>
              </a:ext>
            </a:extLst>
          </p:cNvPr>
          <p:cNvSpPr>
            <a:spLocks noGrp="1"/>
          </p:cNvSpPr>
          <p:nvPr/>
        </p:nvSpPr>
        <p:spPr>
          <a:xfrm>
            <a:off x="8439150" y="2419350"/>
            <a:ext cx="2343150" cy="409575"/>
          </a:xfrm>
          <a:prstGeom prst="rect">
            <a:avLst/>
          </a:prstGeom>
          <a:noFill/>
          <a:ln w="0">
            <a:noFill/>
            <a:prstDash val="solid"/>
          </a:ln>
        </p:spPr>
        <p:txBody>
          <a:bodyPr wrap="square" lIns="0" tIns="0" rIns="0" bIns="0" anchor="ctr">
            <a:noAutofit/>
          </a:bodyPr>
          <a:lstStyle>
            <a:defPPr algn="ctr">
              <a:defRPr sz="1500" b="1" i="0">
                <a:solidFill>
                  <a:srgbClr val="FFFDF8"/>
                </a:solidFill>
                <a:latin typeface="Arial"/>
                <a:ea typeface="Arial"/>
                <a:cs typeface="Arial"/>
              </a:defRPr>
            </a:defPPr>
            <a:lvl1pPr algn="ctr">
              <a:defRPr sz="1500" b="1" i="0">
                <a:solidFill>
                  <a:srgbClr val="FFFDF8"/>
                </a:solidFill>
                <a:latin typeface="Arial"/>
                <a:ea typeface="Arial"/>
                <a:cs typeface="Arial"/>
              </a:defRPr>
            </a:lvl1pPr>
            <a:lvl2pPr algn="ctr">
              <a:defRPr sz="1500" b="1" i="0">
                <a:solidFill>
                  <a:srgbClr val="FFFDF8"/>
                </a:solidFill>
                <a:latin typeface="Arial"/>
                <a:ea typeface="Arial"/>
                <a:cs typeface="Arial"/>
              </a:defRPr>
            </a:lvl2pPr>
            <a:lvl3pPr algn="ctr">
              <a:defRPr sz="1500" b="1" i="0">
                <a:solidFill>
                  <a:srgbClr val="FFFDF8"/>
                </a:solidFill>
                <a:latin typeface="Arial"/>
                <a:ea typeface="Arial"/>
                <a:cs typeface="Arial"/>
              </a:defRPr>
            </a:lvl3pPr>
            <a:lvl4pPr algn="ctr">
              <a:defRPr sz="1500" b="1" i="0">
                <a:solidFill>
                  <a:srgbClr val="FFFDF8"/>
                </a:solidFill>
                <a:latin typeface="Arial"/>
                <a:ea typeface="Arial"/>
                <a:cs typeface="Arial"/>
              </a:defRPr>
            </a:lvl4pPr>
            <a:lvl5pPr algn="ctr">
              <a:defRPr sz="1500" b="1" i="0">
                <a:solidFill>
                  <a:srgbClr val="FFFDF8"/>
                </a:solidFill>
                <a:latin typeface="Arial"/>
                <a:ea typeface="Arial"/>
                <a:cs typeface="Arial"/>
              </a:defRPr>
            </a:lvl5pPr>
            <a:lvl6pPr algn="ctr">
              <a:defRPr sz="1500" b="1" i="0">
                <a:solidFill>
                  <a:srgbClr val="FFFDF8"/>
                </a:solidFill>
                <a:latin typeface="Arial"/>
                <a:ea typeface="Arial"/>
                <a:cs typeface="Arial"/>
              </a:defRPr>
            </a:lvl6pPr>
            <a:lvl7pPr algn="ctr">
              <a:defRPr sz="1500" b="1" i="0">
                <a:solidFill>
                  <a:srgbClr val="FFFDF8"/>
                </a:solidFill>
                <a:latin typeface="Arial"/>
                <a:ea typeface="Arial"/>
                <a:cs typeface="Arial"/>
              </a:defRPr>
            </a:lvl7pPr>
            <a:lvl8pPr algn="ctr">
              <a:defRPr sz="1500" b="1" i="0">
                <a:solidFill>
                  <a:srgbClr val="FFFDF8"/>
                </a:solidFill>
                <a:latin typeface="Arial"/>
                <a:ea typeface="Arial"/>
                <a:cs typeface="Arial"/>
              </a:defRPr>
            </a:lvl8pPr>
            <a:lvl9pPr algn="ctr">
              <a:defRPr sz="1500" b="1" i="0">
                <a:solidFill>
                  <a:srgbClr val="FFFDF8"/>
                </a:solidFill>
                <a:latin typeface="Arial"/>
                <a:ea typeface="Arial"/>
                <a:cs typeface="Arial"/>
              </a:defRPr>
            </a:lvl9pPr>
          </a:lstStyle>
          <a:p>
            <a:pPr algn="ctr">
              <a:defRPr sz="1500" b="1" i="0">
                <a:solidFill>
                  <a:srgbClr val="FFFDF8"/>
                </a:solidFill>
                <a:latin typeface="Arial"/>
                <a:ea typeface="Arial"/>
                <a:cs typeface="Arial"/>
              </a:defRPr>
            </a:pPr>
            <a:r>
              <a:rPr sz="1500" b="1" i="0">
                <a:solidFill>
                  <a:srgbClr val="FFFDF8"/>
                </a:solidFill>
                <a:latin typeface="Arial"/>
                <a:ea typeface="Arial"/>
                <a:cs typeface="Arial"/>
              </a:rPr>
              <a:t>Potential demand</a:t>
            </a:r>
          </a:p>
          <a:p>
            <a:pPr algn="ctr">
              <a:defRPr sz="1500" b="1" i="0">
                <a:solidFill>
                  <a:srgbClr val="FFFDF8"/>
                </a:solidFill>
                <a:latin typeface="Arial"/>
                <a:ea typeface="Arial"/>
                <a:cs typeface="Arial"/>
              </a:defRPr>
            </a:pPr>
            <a:r>
              <a:rPr sz="1500" b="1" i="0">
                <a:solidFill>
                  <a:srgbClr val="FFFDF8"/>
                </a:solidFill>
                <a:latin typeface="Arial"/>
                <a:ea typeface="Arial"/>
                <a:cs typeface="Arial"/>
              </a:rPr>
              <a:t>centres</a:t>
            </a:r>
          </a:p>
        </p:txBody>
      </p:sp>
      <p:sp>
        <p:nvSpPr>
          <p:cNvPr id="21" name="Rectangle 20">
            <a:extLst>
              <a:ext uri="{FF2B5EF4-FFF2-40B4-BE49-F238E27FC236}">
                <a16:creationId xmlns:a16="http://schemas.microsoft.com/office/drawing/2014/main" id="{BF2CDD7B-6969-4702-A78D-2C4C182DF44E}"/>
              </a:ext>
            </a:extLst>
          </p:cNvPr>
          <p:cNvSpPr>
            <a:spLocks noGrp="1"/>
          </p:cNvSpPr>
          <p:nvPr/>
        </p:nvSpPr>
        <p:spPr>
          <a:xfrm>
            <a:off x="4552950" y="4229100"/>
            <a:ext cx="2095500" cy="228600"/>
          </a:xfrm>
          <a:prstGeom prst="rect">
            <a:avLst/>
          </a:prstGeom>
          <a:noFill/>
          <a:ln w="0">
            <a:noFill/>
            <a:prstDash val="solid"/>
          </a:ln>
        </p:spPr>
        <p:txBody>
          <a:bodyPr wrap="square" lIns="0" tIns="0" rIns="0" bIns="0" anchor="t">
            <a:noAutofit/>
          </a:bodyPr>
          <a:lstStyle>
            <a:defPPr algn="l">
              <a:defRPr sz="1275" b="1" i="0">
                <a:solidFill>
                  <a:srgbClr val="D4AD78"/>
                </a:solidFill>
                <a:latin typeface="Arial"/>
                <a:ea typeface="Arial"/>
                <a:cs typeface="Arial"/>
              </a:defRPr>
            </a:defPPr>
            <a:lvl1pPr algn="l">
              <a:defRPr sz="1275" b="1" i="0">
                <a:solidFill>
                  <a:srgbClr val="D4AD78"/>
                </a:solidFill>
                <a:latin typeface="Arial"/>
                <a:ea typeface="Arial"/>
                <a:cs typeface="Arial"/>
              </a:defRPr>
            </a:lvl1pPr>
            <a:lvl2pPr algn="l">
              <a:defRPr sz="1275" b="1" i="0">
                <a:solidFill>
                  <a:srgbClr val="D4AD78"/>
                </a:solidFill>
                <a:latin typeface="Arial"/>
                <a:ea typeface="Arial"/>
                <a:cs typeface="Arial"/>
              </a:defRPr>
            </a:lvl2pPr>
            <a:lvl3pPr algn="l">
              <a:defRPr sz="1275" b="1" i="0">
                <a:solidFill>
                  <a:srgbClr val="D4AD78"/>
                </a:solidFill>
                <a:latin typeface="Arial"/>
                <a:ea typeface="Arial"/>
                <a:cs typeface="Arial"/>
              </a:defRPr>
            </a:lvl3pPr>
            <a:lvl4pPr algn="l">
              <a:defRPr sz="1275" b="1" i="0">
                <a:solidFill>
                  <a:srgbClr val="D4AD78"/>
                </a:solidFill>
                <a:latin typeface="Arial"/>
                <a:ea typeface="Arial"/>
                <a:cs typeface="Arial"/>
              </a:defRPr>
            </a:lvl4pPr>
            <a:lvl5pPr algn="l">
              <a:defRPr sz="1275" b="1" i="0">
                <a:solidFill>
                  <a:srgbClr val="D4AD78"/>
                </a:solidFill>
                <a:latin typeface="Arial"/>
                <a:ea typeface="Arial"/>
                <a:cs typeface="Arial"/>
              </a:defRPr>
            </a:lvl5pPr>
            <a:lvl6pPr algn="l">
              <a:defRPr sz="1275" b="1" i="0">
                <a:solidFill>
                  <a:srgbClr val="D4AD78"/>
                </a:solidFill>
                <a:latin typeface="Arial"/>
                <a:ea typeface="Arial"/>
                <a:cs typeface="Arial"/>
              </a:defRPr>
            </a:lvl6pPr>
            <a:lvl7pPr algn="l">
              <a:defRPr sz="1275" b="1" i="0">
                <a:solidFill>
                  <a:srgbClr val="D4AD78"/>
                </a:solidFill>
                <a:latin typeface="Arial"/>
                <a:ea typeface="Arial"/>
                <a:cs typeface="Arial"/>
              </a:defRPr>
            </a:lvl7pPr>
            <a:lvl8pPr algn="l">
              <a:defRPr sz="1275" b="1" i="0">
                <a:solidFill>
                  <a:srgbClr val="D4AD78"/>
                </a:solidFill>
                <a:latin typeface="Arial"/>
                <a:ea typeface="Arial"/>
                <a:cs typeface="Arial"/>
              </a:defRPr>
            </a:lvl8pPr>
            <a:lvl9pPr algn="l">
              <a:defRPr sz="1275" b="1" i="0">
                <a:solidFill>
                  <a:srgbClr val="D4AD78"/>
                </a:solidFill>
                <a:latin typeface="Arial"/>
                <a:ea typeface="Arial"/>
                <a:cs typeface="Arial"/>
              </a:defRPr>
            </a:lvl9pPr>
          </a:lstStyle>
          <a:p>
            <a:pPr algn="l">
              <a:defRPr sz="1275" b="1" i="0">
                <a:solidFill>
                  <a:srgbClr val="D4AD78"/>
                </a:solidFill>
                <a:latin typeface="Arial"/>
                <a:ea typeface="Arial"/>
                <a:cs typeface="Arial"/>
              </a:defRPr>
            </a:pPr>
            <a:r>
              <a:rPr sz="1275" b="1" i="0">
                <a:solidFill>
                  <a:srgbClr val="D4AD78"/>
                </a:solidFill>
                <a:latin typeface="Arial"/>
                <a:ea typeface="Arial"/>
                <a:cs typeface="Arial"/>
              </a:rPr>
              <a:t>USEFUL HEAT</a:t>
            </a:r>
          </a:p>
        </p:txBody>
      </p:sp>
      <p:sp>
        <p:nvSpPr>
          <p:cNvPr id="22" name="Rectangle 21">
            <a:extLst>
              <a:ext uri="{FF2B5EF4-FFF2-40B4-BE49-F238E27FC236}">
                <a16:creationId xmlns:a16="http://schemas.microsoft.com/office/drawing/2014/main" id="{711369B9-5790-418C-BCC3-C212215B9830}"/>
              </a:ext>
            </a:extLst>
          </p:cNvPr>
          <p:cNvSpPr>
            <a:spLocks noGrp="1"/>
          </p:cNvSpPr>
          <p:nvPr/>
        </p:nvSpPr>
        <p:spPr>
          <a:xfrm>
            <a:off x="4552950" y="4876800"/>
            <a:ext cx="2686050" cy="38100"/>
          </a:xfrm>
          <a:prstGeom prst="rect">
            <a:avLst/>
          </a:prstGeom>
          <a:solidFill>
            <a:srgbClr val="D4AD78"/>
          </a:solidFill>
          <a:ln w="0">
            <a:noFill/>
            <a:prstDash val="solid"/>
          </a:ln>
        </p:spPr>
      </p:sp>
      <p:sp>
        <p:nvSpPr>
          <p:cNvPr id="23" name="Rectangle 22">
            <a:extLst>
              <a:ext uri="{FF2B5EF4-FFF2-40B4-BE49-F238E27FC236}">
                <a16:creationId xmlns:a16="http://schemas.microsoft.com/office/drawing/2014/main" id="{57E889FB-D876-468C-94D4-957177672EB9}"/>
              </a:ext>
            </a:extLst>
          </p:cNvPr>
          <p:cNvSpPr>
            <a:spLocks noGrp="1"/>
          </p:cNvSpPr>
          <p:nvPr/>
        </p:nvSpPr>
        <p:spPr>
          <a:xfrm>
            <a:off x="5172075" y="4581525"/>
            <a:ext cx="1695450" cy="590550"/>
          </a:xfrm>
          <a:prstGeom prst="rect">
            <a:avLst/>
          </a:prstGeom>
          <a:solidFill>
            <a:srgbClr val="385447"/>
          </a:solidFill>
          <a:ln w="19050">
            <a:solidFill>
              <a:srgbClr val="D4AD78"/>
            </a:solidFill>
            <a:prstDash val="solid"/>
          </a:ln>
        </p:spPr>
      </p:sp>
      <p:sp>
        <p:nvSpPr>
          <p:cNvPr id="24" name="Rectangle 23">
            <a:extLst>
              <a:ext uri="{FF2B5EF4-FFF2-40B4-BE49-F238E27FC236}">
                <a16:creationId xmlns:a16="http://schemas.microsoft.com/office/drawing/2014/main" id="{459B6938-0F37-44F3-8415-3442E0B9413F}"/>
              </a:ext>
            </a:extLst>
          </p:cNvPr>
          <p:cNvSpPr>
            <a:spLocks noGrp="1"/>
          </p:cNvSpPr>
          <p:nvPr/>
        </p:nvSpPr>
        <p:spPr>
          <a:xfrm>
            <a:off x="5286375" y="4676775"/>
            <a:ext cx="1466850" cy="409575"/>
          </a:xfrm>
          <a:prstGeom prst="rect">
            <a:avLst/>
          </a:prstGeom>
          <a:noFill/>
          <a:ln w="0">
            <a:noFill/>
            <a:prstDash val="solid"/>
          </a:ln>
        </p:spPr>
        <p:txBody>
          <a:bodyPr wrap="square" lIns="0" tIns="0" rIns="0" bIns="0" anchor="ctr">
            <a:noAutofit/>
          </a:bodyPr>
          <a:lstStyle>
            <a:defPPr algn="ctr">
              <a:defRPr sz="1350" b="1" i="0">
                <a:solidFill>
                  <a:srgbClr val="FFFDF8"/>
                </a:solidFill>
                <a:latin typeface="Arial"/>
                <a:ea typeface="Arial"/>
                <a:cs typeface="Arial"/>
              </a:defRPr>
            </a:defPPr>
            <a:lvl1pPr algn="ctr">
              <a:defRPr sz="1350" b="1" i="0">
                <a:solidFill>
                  <a:srgbClr val="FFFDF8"/>
                </a:solidFill>
                <a:latin typeface="Arial"/>
                <a:ea typeface="Arial"/>
                <a:cs typeface="Arial"/>
              </a:defRPr>
            </a:lvl1pPr>
            <a:lvl2pPr algn="ctr">
              <a:defRPr sz="1350" b="1" i="0">
                <a:solidFill>
                  <a:srgbClr val="FFFDF8"/>
                </a:solidFill>
                <a:latin typeface="Arial"/>
                <a:ea typeface="Arial"/>
                <a:cs typeface="Arial"/>
              </a:defRPr>
            </a:lvl2pPr>
            <a:lvl3pPr algn="ctr">
              <a:defRPr sz="1350" b="1" i="0">
                <a:solidFill>
                  <a:srgbClr val="FFFDF8"/>
                </a:solidFill>
                <a:latin typeface="Arial"/>
                <a:ea typeface="Arial"/>
                <a:cs typeface="Arial"/>
              </a:defRPr>
            </a:lvl3pPr>
            <a:lvl4pPr algn="ctr">
              <a:defRPr sz="1350" b="1" i="0">
                <a:solidFill>
                  <a:srgbClr val="FFFDF8"/>
                </a:solidFill>
                <a:latin typeface="Arial"/>
                <a:ea typeface="Arial"/>
                <a:cs typeface="Arial"/>
              </a:defRPr>
            </a:lvl4pPr>
            <a:lvl5pPr algn="ctr">
              <a:defRPr sz="1350" b="1" i="0">
                <a:solidFill>
                  <a:srgbClr val="FFFDF8"/>
                </a:solidFill>
                <a:latin typeface="Arial"/>
                <a:ea typeface="Arial"/>
                <a:cs typeface="Arial"/>
              </a:defRPr>
            </a:lvl5pPr>
            <a:lvl6pPr algn="ctr">
              <a:defRPr sz="1350" b="1" i="0">
                <a:solidFill>
                  <a:srgbClr val="FFFDF8"/>
                </a:solidFill>
                <a:latin typeface="Arial"/>
                <a:ea typeface="Arial"/>
                <a:cs typeface="Arial"/>
              </a:defRPr>
            </a:lvl6pPr>
            <a:lvl7pPr algn="ctr">
              <a:defRPr sz="1350" b="1" i="0">
                <a:solidFill>
                  <a:srgbClr val="FFFDF8"/>
                </a:solidFill>
                <a:latin typeface="Arial"/>
                <a:ea typeface="Arial"/>
                <a:cs typeface="Arial"/>
              </a:defRPr>
            </a:lvl7pPr>
            <a:lvl8pPr algn="ctr">
              <a:defRPr sz="1350" b="1" i="0">
                <a:solidFill>
                  <a:srgbClr val="FFFDF8"/>
                </a:solidFill>
                <a:latin typeface="Arial"/>
                <a:ea typeface="Arial"/>
                <a:cs typeface="Arial"/>
              </a:defRPr>
            </a:lvl8pPr>
            <a:lvl9pPr algn="ctr">
              <a:defRPr sz="1350" b="1" i="0">
                <a:solidFill>
                  <a:srgbClr val="FFFDF8"/>
                </a:solidFill>
                <a:latin typeface="Arial"/>
                <a:ea typeface="Arial"/>
                <a:cs typeface="Arial"/>
              </a:defRPr>
            </a:lvl9pPr>
          </a:lstStyle>
          <a:p>
            <a:pPr algn="ctr">
              <a:defRPr sz="1350" b="1" i="0">
                <a:solidFill>
                  <a:srgbClr val="FFFDF8"/>
                </a:solidFill>
                <a:latin typeface="Arial"/>
                <a:ea typeface="Arial"/>
                <a:cs typeface="Arial"/>
              </a:defRPr>
            </a:pPr>
            <a:r>
              <a:rPr sz="1350" b="1" i="0">
                <a:solidFill>
                  <a:srgbClr val="FFFDF8"/>
                </a:solidFill>
                <a:latin typeface="Arial"/>
                <a:ea typeface="Arial"/>
                <a:cs typeface="Arial"/>
              </a:rPr>
              <a:t>Heat exchangers</a:t>
            </a:r>
          </a:p>
          <a:p>
            <a:pPr algn="ctr">
              <a:defRPr sz="1350" b="1" i="0">
                <a:solidFill>
                  <a:srgbClr val="FFFDF8"/>
                </a:solidFill>
                <a:latin typeface="Arial"/>
                <a:ea typeface="Arial"/>
                <a:cs typeface="Arial"/>
              </a:defRPr>
            </a:pPr>
            <a:r>
              <a:rPr sz="1350" b="1" i="0">
                <a:solidFill>
                  <a:srgbClr val="FFFDF8"/>
                </a:solidFill>
                <a:latin typeface="Arial"/>
                <a:ea typeface="Arial"/>
                <a:cs typeface="Arial"/>
              </a:rPr>
              <a:t>+ heat pumps</a:t>
            </a:r>
          </a:p>
        </p:txBody>
      </p:sp>
      <p:sp>
        <p:nvSpPr>
          <p:cNvPr id="25" name="Rectangle 24">
            <a:extLst>
              <a:ext uri="{FF2B5EF4-FFF2-40B4-BE49-F238E27FC236}">
                <a16:creationId xmlns:a16="http://schemas.microsoft.com/office/drawing/2014/main" id="{7B4D277B-B31C-4F64-A566-CB275D64C07F}"/>
              </a:ext>
            </a:extLst>
          </p:cNvPr>
          <p:cNvSpPr>
            <a:spLocks noGrp="1"/>
          </p:cNvSpPr>
          <p:nvPr/>
        </p:nvSpPr>
        <p:spPr>
          <a:xfrm>
            <a:off x="7248525" y="4876800"/>
            <a:ext cx="876300" cy="38100"/>
          </a:xfrm>
          <a:prstGeom prst="rect">
            <a:avLst/>
          </a:prstGeom>
          <a:solidFill>
            <a:srgbClr val="D4AD78"/>
          </a:solidFill>
          <a:ln w="0">
            <a:noFill/>
            <a:prstDash val="solid"/>
          </a:ln>
        </p:spPr>
      </p:sp>
      <p:sp>
        <p:nvSpPr>
          <p:cNvPr id="26" name="Rectangle 25">
            <a:extLst>
              <a:ext uri="{FF2B5EF4-FFF2-40B4-BE49-F238E27FC236}">
                <a16:creationId xmlns:a16="http://schemas.microsoft.com/office/drawing/2014/main" id="{98B13334-5342-47B8-93D8-95B7EBC78DCD}"/>
              </a:ext>
            </a:extLst>
          </p:cNvPr>
          <p:cNvSpPr>
            <a:spLocks noGrp="1"/>
          </p:cNvSpPr>
          <p:nvPr/>
        </p:nvSpPr>
        <p:spPr>
          <a:xfrm>
            <a:off x="8248650" y="4505325"/>
            <a:ext cx="2724150" cy="742950"/>
          </a:xfrm>
          <a:prstGeom prst="rect">
            <a:avLst/>
          </a:prstGeom>
          <a:solidFill>
            <a:srgbClr val="23483A"/>
          </a:solidFill>
          <a:ln w="19050">
            <a:solidFill>
              <a:srgbClr val="D4AD78"/>
            </a:solidFill>
            <a:prstDash val="solid"/>
          </a:ln>
        </p:spPr>
      </p:sp>
      <p:sp>
        <p:nvSpPr>
          <p:cNvPr id="27" name="Rectangle 26">
            <a:extLst>
              <a:ext uri="{FF2B5EF4-FFF2-40B4-BE49-F238E27FC236}">
                <a16:creationId xmlns:a16="http://schemas.microsoft.com/office/drawing/2014/main" id="{72261B2B-9A81-4B05-9C02-E2642D834272}"/>
              </a:ext>
            </a:extLst>
          </p:cNvPr>
          <p:cNvSpPr>
            <a:spLocks noGrp="1"/>
          </p:cNvSpPr>
          <p:nvPr/>
        </p:nvSpPr>
        <p:spPr>
          <a:xfrm>
            <a:off x="8410575" y="4676775"/>
            <a:ext cx="2400300" cy="400050"/>
          </a:xfrm>
          <a:prstGeom prst="rect">
            <a:avLst/>
          </a:prstGeom>
          <a:noFill/>
          <a:ln w="0">
            <a:noFill/>
            <a:prstDash val="solid"/>
          </a:ln>
        </p:spPr>
        <p:txBody>
          <a:bodyPr wrap="square" lIns="0" tIns="0" rIns="0" bIns="0" anchor="ctr">
            <a:noAutofit/>
          </a:bodyPr>
          <a:lstStyle>
            <a:defPPr algn="ctr">
              <a:defRPr sz="1500" b="1" i="0">
                <a:solidFill>
                  <a:srgbClr val="FFFDF8"/>
                </a:solidFill>
                <a:latin typeface="Arial"/>
                <a:ea typeface="Arial"/>
                <a:cs typeface="Arial"/>
              </a:defRPr>
            </a:defPPr>
            <a:lvl1pPr algn="ctr">
              <a:defRPr sz="1500" b="1" i="0">
                <a:solidFill>
                  <a:srgbClr val="FFFDF8"/>
                </a:solidFill>
                <a:latin typeface="Arial"/>
                <a:ea typeface="Arial"/>
                <a:cs typeface="Arial"/>
              </a:defRPr>
            </a:lvl1pPr>
            <a:lvl2pPr algn="ctr">
              <a:defRPr sz="1500" b="1" i="0">
                <a:solidFill>
                  <a:srgbClr val="FFFDF8"/>
                </a:solidFill>
                <a:latin typeface="Arial"/>
                <a:ea typeface="Arial"/>
                <a:cs typeface="Arial"/>
              </a:defRPr>
            </a:lvl2pPr>
            <a:lvl3pPr algn="ctr">
              <a:defRPr sz="1500" b="1" i="0">
                <a:solidFill>
                  <a:srgbClr val="FFFDF8"/>
                </a:solidFill>
                <a:latin typeface="Arial"/>
                <a:ea typeface="Arial"/>
                <a:cs typeface="Arial"/>
              </a:defRPr>
            </a:lvl3pPr>
            <a:lvl4pPr algn="ctr">
              <a:defRPr sz="1500" b="1" i="0">
                <a:solidFill>
                  <a:srgbClr val="FFFDF8"/>
                </a:solidFill>
                <a:latin typeface="Arial"/>
                <a:ea typeface="Arial"/>
                <a:cs typeface="Arial"/>
              </a:defRPr>
            </a:lvl4pPr>
            <a:lvl5pPr algn="ctr">
              <a:defRPr sz="1500" b="1" i="0">
                <a:solidFill>
                  <a:srgbClr val="FFFDF8"/>
                </a:solidFill>
                <a:latin typeface="Arial"/>
                <a:ea typeface="Arial"/>
                <a:cs typeface="Arial"/>
              </a:defRPr>
            </a:lvl5pPr>
            <a:lvl6pPr algn="ctr">
              <a:defRPr sz="1500" b="1" i="0">
                <a:solidFill>
                  <a:srgbClr val="FFFDF8"/>
                </a:solidFill>
                <a:latin typeface="Arial"/>
                <a:ea typeface="Arial"/>
                <a:cs typeface="Arial"/>
              </a:defRPr>
            </a:lvl6pPr>
            <a:lvl7pPr algn="ctr">
              <a:defRPr sz="1500" b="1" i="0">
                <a:solidFill>
                  <a:srgbClr val="FFFDF8"/>
                </a:solidFill>
                <a:latin typeface="Arial"/>
                <a:ea typeface="Arial"/>
                <a:cs typeface="Arial"/>
              </a:defRPr>
            </a:lvl7pPr>
            <a:lvl8pPr algn="ctr">
              <a:defRPr sz="1500" b="1" i="0">
                <a:solidFill>
                  <a:srgbClr val="FFFDF8"/>
                </a:solidFill>
                <a:latin typeface="Arial"/>
                <a:ea typeface="Arial"/>
                <a:cs typeface="Arial"/>
              </a:defRPr>
            </a:lvl8pPr>
            <a:lvl9pPr algn="ctr">
              <a:defRPr sz="1500" b="1" i="0">
                <a:solidFill>
                  <a:srgbClr val="FFFDF8"/>
                </a:solidFill>
                <a:latin typeface="Arial"/>
                <a:ea typeface="Arial"/>
                <a:cs typeface="Arial"/>
              </a:defRPr>
            </a:lvl9pPr>
          </a:lstStyle>
          <a:p>
            <a:pPr algn="ctr">
              <a:defRPr sz="1500" b="1" i="0">
                <a:solidFill>
                  <a:srgbClr val="FFFDF8"/>
                </a:solidFill>
                <a:latin typeface="Arial"/>
                <a:ea typeface="Arial"/>
                <a:cs typeface="Arial"/>
              </a:defRPr>
            </a:pPr>
            <a:r>
              <a:rPr sz="1500" b="1" i="0">
                <a:solidFill>
                  <a:srgbClr val="FFFDF8"/>
                </a:solidFill>
                <a:latin typeface="Arial"/>
                <a:ea typeface="Arial"/>
                <a:cs typeface="Arial"/>
              </a:rPr>
              <a:t>Skopje heat network</a:t>
            </a:r>
          </a:p>
          <a:p>
            <a:pPr algn="ctr">
              <a:defRPr sz="1500" b="1" i="0">
                <a:solidFill>
                  <a:srgbClr val="FFFDF8"/>
                </a:solidFill>
                <a:latin typeface="Arial"/>
                <a:ea typeface="Arial"/>
                <a:cs typeface="Arial"/>
              </a:defRPr>
            </a:pPr>
            <a:r>
              <a:rPr sz="1500" b="1" i="0">
                <a:solidFill>
                  <a:srgbClr val="FFFDF8"/>
                </a:solidFill>
                <a:latin typeface="Arial"/>
                <a:ea typeface="Arial"/>
                <a:cs typeface="Arial"/>
              </a:rPr>
              <a:t>assessment</a:t>
            </a:r>
          </a:p>
        </p:txBody>
      </p:sp>
      <p:sp>
        <p:nvSpPr>
          <p:cNvPr id="28" name="Rectangle 27">
            <a:extLst>
              <a:ext uri="{FF2B5EF4-FFF2-40B4-BE49-F238E27FC236}">
                <a16:creationId xmlns:a16="http://schemas.microsoft.com/office/drawing/2014/main" id="{0865632D-4E4F-444D-B052-495260297A91}"/>
              </a:ext>
            </a:extLst>
          </p:cNvPr>
          <p:cNvSpPr>
            <a:spLocks noGrp="1"/>
          </p:cNvSpPr>
          <p:nvPr/>
        </p:nvSpPr>
        <p:spPr>
          <a:xfrm>
            <a:off x="8248650" y="5353050"/>
            <a:ext cx="2724150" cy="257175"/>
          </a:xfrm>
          <a:prstGeom prst="rect">
            <a:avLst/>
          </a:prstGeom>
          <a:noFill/>
          <a:ln w="0">
            <a:noFill/>
            <a:prstDash val="solid"/>
          </a:ln>
        </p:spPr>
        <p:txBody>
          <a:bodyPr wrap="square" lIns="0" tIns="0" rIns="0" bIns="0" anchor="t">
            <a:noAutofit/>
          </a:bodyPr>
          <a:lstStyle>
            <a:defPPr algn="ctr">
              <a:defRPr sz="1275" b="1" i="0">
                <a:solidFill>
                  <a:srgbClr val="C2CDC4"/>
                </a:solidFill>
                <a:latin typeface="Arial"/>
                <a:ea typeface="Arial"/>
                <a:cs typeface="Arial"/>
              </a:defRPr>
            </a:defPPr>
            <a:lvl1pPr algn="ctr">
              <a:defRPr sz="1275" b="1" i="0">
                <a:solidFill>
                  <a:srgbClr val="C2CDC4"/>
                </a:solidFill>
                <a:latin typeface="Arial"/>
                <a:ea typeface="Arial"/>
                <a:cs typeface="Arial"/>
              </a:defRPr>
            </a:lvl1pPr>
            <a:lvl2pPr algn="ctr">
              <a:defRPr sz="1275" b="1" i="0">
                <a:solidFill>
                  <a:srgbClr val="C2CDC4"/>
                </a:solidFill>
                <a:latin typeface="Arial"/>
                <a:ea typeface="Arial"/>
                <a:cs typeface="Arial"/>
              </a:defRPr>
            </a:lvl2pPr>
            <a:lvl3pPr algn="ctr">
              <a:defRPr sz="1275" b="1" i="0">
                <a:solidFill>
                  <a:srgbClr val="C2CDC4"/>
                </a:solidFill>
                <a:latin typeface="Arial"/>
                <a:ea typeface="Arial"/>
                <a:cs typeface="Arial"/>
              </a:defRPr>
            </a:lvl3pPr>
            <a:lvl4pPr algn="ctr">
              <a:defRPr sz="1275" b="1" i="0">
                <a:solidFill>
                  <a:srgbClr val="C2CDC4"/>
                </a:solidFill>
                <a:latin typeface="Arial"/>
                <a:ea typeface="Arial"/>
                <a:cs typeface="Arial"/>
              </a:defRPr>
            </a:lvl4pPr>
            <a:lvl5pPr algn="ctr">
              <a:defRPr sz="1275" b="1" i="0">
                <a:solidFill>
                  <a:srgbClr val="C2CDC4"/>
                </a:solidFill>
                <a:latin typeface="Arial"/>
                <a:ea typeface="Arial"/>
                <a:cs typeface="Arial"/>
              </a:defRPr>
            </a:lvl5pPr>
            <a:lvl6pPr algn="ctr">
              <a:defRPr sz="1275" b="1" i="0">
                <a:solidFill>
                  <a:srgbClr val="C2CDC4"/>
                </a:solidFill>
                <a:latin typeface="Arial"/>
                <a:ea typeface="Arial"/>
                <a:cs typeface="Arial"/>
              </a:defRPr>
            </a:lvl6pPr>
            <a:lvl7pPr algn="ctr">
              <a:defRPr sz="1275" b="1" i="0">
                <a:solidFill>
                  <a:srgbClr val="C2CDC4"/>
                </a:solidFill>
                <a:latin typeface="Arial"/>
                <a:ea typeface="Arial"/>
                <a:cs typeface="Arial"/>
              </a:defRPr>
            </a:lvl7pPr>
            <a:lvl8pPr algn="ctr">
              <a:defRPr sz="1275" b="1" i="0">
                <a:solidFill>
                  <a:srgbClr val="C2CDC4"/>
                </a:solidFill>
                <a:latin typeface="Arial"/>
                <a:ea typeface="Arial"/>
                <a:cs typeface="Arial"/>
              </a:defRPr>
            </a:lvl8pPr>
            <a:lvl9pPr algn="ctr">
              <a:defRPr sz="1275" b="1" i="0">
                <a:solidFill>
                  <a:srgbClr val="C2CDC4"/>
                </a:solidFill>
                <a:latin typeface="Arial"/>
                <a:ea typeface="Arial"/>
                <a:cs typeface="Arial"/>
              </a:defRPr>
            </a:lvl9pPr>
          </a:lstStyle>
          <a:p>
            <a:pPr algn="ctr">
              <a:defRPr sz="1275" b="1" i="0">
                <a:solidFill>
                  <a:srgbClr val="C2CDC4"/>
                </a:solidFill>
                <a:latin typeface="Arial"/>
                <a:ea typeface="Arial"/>
                <a:cs typeface="Arial"/>
              </a:defRPr>
            </a:pPr>
            <a:r>
              <a:rPr sz="1275" b="1" i="0">
                <a:solidFill>
                  <a:srgbClr val="C2CDC4"/>
                </a:solidFill>
                <a:latin typeface="Arial"/>
                <a:ea typeface="Arial"/>
                <a:cs typeface="Arial"/>
              </a:rPr>
              <a:t>Potential heat connection only</a:t>
            </a:r>
          </a:p>
        </p:txBody>
      </p:sp>
      <p:sp>
        <p:nvSpPr>
          <p:cNvPr id="29" name="Rectangle 28">
            <a:extLst>
              <a:ext uri="{FF2B5EF4-FFF2-40B4-BE49-F238E27FC236}">
                <a16:creationId xmlns:a16="http://schemas.microsoft.com/office/drawing/2014/main" id="{C70BC8BE-7878-4328-9CDF-7F59AA8A3752}"/>
              </a:ext>
            </a:extLst>
          </p:cNvPr>
          <p:cNvSpPr>
            <a:spLocks noGrp="1"/>
          </p:cNvSpPr>
          <p:nvPr/>
        </p:nvSpPr>
        <p:spPr>
          <a:xfrm>
            <a:off x="4314825" y="5686425"/>
            <a:ext cx="6905625" cy="381000"/>
          </a:xfrm>
          <a:prstGeom prst="rect">
            <a:avLst/>
          </a:prstGeom>
          <a:noFill/>
          <a:ln w="0">
            <a:noFill/>
            <a:prstDash val="solid"/>
          </a:ln>
        </p:spPr>
        <p:txBody>
          <a:bodyPr wrap="square" lIns="0" tIns="0" rIns="0" bIns="0" anchor="t">
            <a:noAutofit/>
          </a:bodyPr>
          <a:lstStyle>
            <a:defPPr algn="ctr">
              <a:defRPr sz="1350" b="0" i="0">
                <a:solidFill>
                  <a:srgbClr val="C2CDC4"/>
                </a:solidFill>
                <a:latin typeface="Arial"/>
                <a:ea typeface="Arial"/>
                <a:cs typeface="Arial"/>
              </a:defRPr>
            </a:defPPr>
            <a:lvl1pPr algn="ctr">
              <a:defRPr sz="1350" b="0" i="0">
                <a:solidFill>
                  <a:srgbClr val="C2CDC4"/>
                </a:solidFill>
                <a:latin typeface="Arial"/>
                <a:ea typeface="Arial"/>
                <a:cs typeface="Arial"/>
              </a:defRPr>
            </a:lvl1pPr>
            <a:lvl2pPr algn="ctr">
              <a:defRPr sz="1350" b="0" i="0">
                <a:solidFill>
                  <a:srgbClr val="C2CDC4"/>
                </a:solidFill>
                <a:latin typeface="Arial"/>
                <a:ea typeface="Arial"/>
                <a:cs typeface="Arial"/>
              </a:defRPr>
            </a:lvl2pPr>
            <a:lvl3pPr algn="ctr">
              <a:defRPr sz="1350" b="0" i="0">
                <a:solidFill>
                  <a:srgbClr val="C2CDC4"/>
                </a:solidFill>
                <a:latin typeface="Arial"/>
                <a:ea typeface="Arial"/>
                <a:cs typeface="Arial"/>
              </a:defRPr>
            </a:lvl3pPr>
            <a:lvl4pPr algn="ctr">
              <a:defRPr sz="1350" b="0" i="0">
                <a:solidFill>
                  <a:srgbClr val="C2CDC4"/>
                </a:solidFill>
                <a:latin typeface="Arial"/>
                <a:ea typeface="Arial"/>
                <a:cs typeface="Arial"/>
              </a:defRPr>
            </a:lvl4pPr>
            <a:lvl5pPr algn="ctr">
              <a:defRPr sz="1350" b="0" i="0">
                <a:solidFill>
                  <a:srgbClr val="C2CDC4"/>
                </a:solidFill>
                <a:latin typeface="Arial"/>
                <a:ea typeface="Arial"/>
                <a:cs typeface="Arial"/>
              </a:defRPr>
            </a:lvl5pPr>
            <a:lvl6pPr algn="ctr">
              <a:defRPr sz="1350" b="0" i="0">
                <a:solidFill>
                  <a:srgbClr val="C2CDC4"/>
                </a:solidFill>
                <a:latin typeface="Arial"/>
                <a:ea typeface="Arial"/>
                <a:cs typeface="Arial"/>
              </a:defRPr>
            </a:lvl6pPr>
            <a:lvl7pPr algn="ctr">
              <a:defRPr sz="1350" b="0" i="0">
                <a:solidFill>
                  <a:srgbClr val="C2CDC4"/>
                </a:solidFill>
                <a:latin typeface="Arial"/>
                <a:ea typeface="Arial"/>
                <a:cs typeface="Arial"/>
              </a:defRPr>
            </a:lvl7pPr>
            <a:lvl8pPr algn="ctr">
              <a:defRPr sz="1350" b="0" i="0">
                <a:solidFill>
                  <a:srgbClr val="C2CDC4"/>
                </a:solidFill>
                <a:latin typeface="Arial"/>
                <a:ea typeface="Arial"/>
                <a:cs typeface="Arial"/>
              </a:defRPr>
            </a:lvl8pPr>
            <a:lvl9pPr algn="ctr">
              <a:defRPr sz="1350" b="0" i="0">
                <a:solidFill>
                  <a:srgbClr val="C2CDC4"/>
                </a:solidFill>
                <a:latin typeface="Arial"/>
                <a:ea typeface="Arial"/>
                <a:cs typeface="Arial"/>
              </a:defRPr>
            </a:lvl9pPr>
          </a:lstStyle>
          <a:p>
            <a:pPr algn="ctr">
              <a:defRPr sz="1350" b="0" i="0">
                <a:solidFill>
                  <a:srgbClr val="C2CDC4"/>
                </a:solidFill>
                <a:latin typeface="Arial"/>
                <a:ea typeface="Arial"/>
                <a:cs typeface="Arial"/>
              </a:defRPr>
            </a:pPr>
            <a:r>
              <a:rPr sz="1350" b="0" i="0">
                <a:solidFill>
                  <a:srgbClr val="C2CDC4"/>
                </a:solidFill>
                <a:latin typeface="Arial"/>
                <a:ea typeface="Arial"/>
                <a:cs typeface="Arial"/>
              </a:rPr>
              <a:t>No plant, tie-in, route, temperature, capacity or energy output is confirmed.</a:t>
            </a:r>
          </a:p>
        </p:txBody>
      </p:sp>
    </p:spTree>
    <p:extLst>
      <p:ext uri="{BB962C8B-B14F-4D97-AF65-F5344CB8AC3E}">
        <p14:creationId xmlns:p14="http://schemas.microsoft.com/office/powerpoint/2010/main" val="11882075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4EC"/>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D6C74B0C-BBC6-4E47-B323-E78BBD315A2C}"/>
              </a:ext>
            </a:extLst>
          </p:cNvPr>
          <p:cNvSpPr>
            <a:spLocks noGrp="1"/>
          </p:cNvSpPr>
          <p:nvPr/>
        </p:nvSpPr>
        <p:spPr>
          <a:xfrm>
            <a:off x="723900" y="590550"/>
            <a:ext cx="10744200" cy="590550"/>
          </a:xfrm>
          <a:prstGeom prst="rect">
            <a:avLst/>
          </a:prstGeom>
          <a:noFill/>
          <a:ln w="0">
            <a:noFill/>
            <a:prstDash val="solid"/>
          </a:ln>
        </p:spPr>
        <p:txBody>
          <a:bodyPr wrap="square" lIns="0" tIns="0" rIns="0" bIns="0" anchor="t">
            <a:noAutofit/>
          </a:bodyPr>
          <a:lstStyle>
            <a:defPPr algn="l">
              <a:defRPr sz="3450" b="1" i="0">
                <a:solidFill>
                  <a:srgbClr val="17231D"/>
                </a:solidFill>
                <a:latin typeface="Arial"/>
                <a:ea typeface="Arial"/>
                <a:cs typeface="Arial"/>
              </a:defRPr>
            </a:defPPr>
            <a:lvl1pPr algn="l">
              <a:defRPr sz="3450" b="1" i="0">
                <a:solidFill>
                  <a:srgbClr val="17231D"/>
                </a:solidFill>
                <a:latin typeface="Arial"/>
                <a:ea typeface="Arial"/>
                <a:cs typeface="Arial"/>
              </a:defRPr>
            </a:lvl1pPr>
            <a:lvl2pPr algn="l">
              <a:defRPr sz="3450" b="1" i="0">
                <a:solidFill>
                  <a:srgbClr val="17231D"/>
                </a:solidFill>
                <a:latin typeface="Arial"/>
                <a:ea typeface="Arial"/>
                <a:cs typeface="Arial"/>
              </a:defRPr>
            </a:lvl2pPr>
            <a:lvl3pPr algn="l">
              <a:defRPr sz="3450" b="1" i="0">
                <a:solidFill>
                  <a:srgbClr val="17231D"/>
                </a:solidFill>
                <a:latin typeface="Arial"/>
                <a:ea typeface="Arial"/>
                <a:cs typeface="Arial"/>
              </a:defRPr>
            </a:lvl3pPr>
            <a:lvl4pPr algn="l">
              <a:defRPr sz="3450" b="1" i="0">
                <a:solidFill>
                  <a:srgbClr val="17231D"/>
                </a:solidFill>
                <a:latin typeface="Arial"/>
                <a:ea typeface="Arial"/>
                <a:cs typeface="Arial"/>
              </a:defRPr>
            </a:lvl4pPr>
            <a:lvl5pPr algn="l">
              <a:defRPr sz="3450" b="1" i="0">
                <a:solidFill>
                  <a:srgbClr val="17231D"/>
                </a:solidFill>
                <a:latin typeface="Arial"/>
                <a:ea typeface="Arial"/>
                <a:cs typeface="Arial"/>
              </a:defRPr>
            </a:lvl5pPr>
            <a:lvl6pPr algn="l">
              <a:defRPr sz="3450" b="1" i="0">
                <a:solidFill>
                  <a:srgbClr val="17231D"/>
                </a:solidFill>
                <a:latin typeface="Arial"/>
                <a:ea typeface="Arial"/>
                <a:cs typeface="Arial"/>
              </a:defRPr>
            </a:lvl6pPr>
            <a:lvl7pPr algn="l">
              <a:defRPr sz="3450" b="1" i="0">
                <a:solidFill>
                  <a:srgbClr val="17231D"/>
                </a:solidFill>
                <a:latin typeface="Arial"/>
                <a:ea typeface="Arial"/>
                <a:cs typeface="Arial"/>
              </a:defRPr>
            </a:lvl7pPr>
            <a:lvl8pPr algn="l">
              <a:defRPr sz="3450" b="1" i="0">
                <a:solidFill>
                  <a:srgbClr val="17231D"/>
                </a:solidFill>
                <a:latin typeface="Arial"/>
                <a:ea typeface="Arial"/>
                <a:cs typeface="Arial"/>
              </a:defRPr>
            </a:lvl8pPr>
            <a:lvl9pPr algn="l">
              <a:defRPr sz="3450" b="1" i="0">
                <a:solidFill>
                  <a:srgbClr val="17231D"/>
                </a:solidFill>
                <a:latin typeface="Arial"/>
                <a:ea typeface="Arial"/>
                <a:cs typeface="Arial"/>
              </a:defRPr>
            </a:lvl9pPr>
          </a:lstStyle>
          <a:p>
            <a:pPr algn="l">
              <a:defRPr sz="3450" b="1" i="0">
                <a:solidFill>
                  <a:srgbClr val="17231D"/>
                </a:solidFill>
                <a:latin typeface="Arial"/>
                <a:ea typeface="Arial"/>
                <a:cs typeface="Arial"/>
              </a:defRPr>
            </a:pPr>
            <a:r>
              <a:rPr sz="3450" b="1" i="0">
                <a:solidFill>
                  <a:srgbClr val="17231D"/>
                </a:solidFill>
                <a:latin typeface="Arial"/>
                <a:ea typeface="Arial"/>
                <a:cs typeface="Arial"/>
              </a:rPr>
              <a:t>Value to the city: measures for a pilot</a:t>
            </a:r>
          </a:p>
        </p:txBody>
      </p:sp>
      <p:sp>
        <p:nvSpPr>
          <p:cNvPr id="2" name="Rectangle 1">
            <a:extLst>
              <a:ext uri="{FF2B5EF4-FFF2-40B4-BE49-F238E27FC236}">
                <a16:creationId xmlns:a16="http://schemas.microsoft.com/office/drawing/2014/main" id="{896DEB17-6F50-4BB3-9960-B0CBAC4C8CB7}"/>
              </a:ext>
            </a:extLst>
          </p:cNvPr>
          <p:cNvSpPr>
            <a:spLocks noGrp="1"/>
          </p:cNvSpPr>
          <p:nvPr/>
        </p:nvSpPr>
        <p:spPr>
          <a:xfrm>
            <a:off x="742950" y="1219200"/>
            <a:ext cx="10287000" cy="381000"/>
          </a:xfrm>
          <a:prstGeom prst="rect">
            <a:avLst/>
          </a:prstGeom>
          <a:noFill/>
          <a:ln w="0">
            <a:noFill/>
            <a:prstDash val="solid"/>
          </a:ln>
        </p:spPr>
        <p:txBody>
          <a:bodyPr wrap="square" lIns="0" tIns="0" rIns="0" bIns="0" anchor="t">
            <a:noAutofit/>
          </a:bodyPr>
          <a:lstStyle>
            <a:defPPr algn="l">
              <a:defRPr sz="1650" b="0" i="0">
                <a:solidFill>
                  <a:srgbClr val="4E5B53"/>
                </a:solidFill>
                <a:latin typeface="Arial"/>
                <a:ea typeface="Arial"/>
                <a:cs typeface="Arial"/>
              </a:defRPr>
            </a:defPPr>
            <a:lvl1pPr algn="l">
              <a:defRPr sz="1650" b="0" i="0">
                <a:solidFill>
                  <a:srgbClr val="4E5B53"/>
                </a:solidFill>
                <a:latin typeface="Arial"/>
                <a:ea typeface="Arial"/>
                <a:cs typeface="Arial"/>
              </a:defRPr>
            </a:lvl1pPr>
            <a:lvl2pPr algn="l">
              <a:defRPr sz="1650" b="0" i="0">
                <a:solidFill>
                  <a:srgbClr val="4E5B53"/>
                </a:solidFill>
                <a:latin typeface="Arial"/>
                <a:ea typeface="Arial"/>
                <a:cs typeface="Arial"/>
              </a:defRPr>
            </a:lvl2pPr>
            <a:lvl3pPr algn="l">
              <a:defRPr sz="1650" b="0" i="0">
                <a:solidFill>
                  <a:srgbClr val="4E5B53"/>
                </a:solidFill>
                <a:latin typeface="Arial"/>
                <a:ea typeface="Arial"/>
                <a:cs typeface="Arial"/>
              </a:defRPr>
            </a:lvl3pPr>
            <a:lvl4pPr algn="l">
              <a:defRPr sz="1650" b="0" i="0">
                <a:solidFill>
                  <a:srgbClr val="4E5B53"/>
                </a:solidFill>
                <a:latin typeface="Arial"/>
                <a:ea typeface="Arial"/>
                <a:cs typeface="Arial"/>
              </a:defRPr>
            </a:lvl4pPr>
            <a:lvl5pPr algn="l">
              <a:defRPr sz="1650" b="0" i="0">
                <a:solidFill>
                  <a:srgbClr val="4E5B53"/>
                </a:solidFill>
                <a:latin typeface="Arial"/>
                <a:ea typeface="Arial"/>
                <a:cs typeface="Arial"/>
              </a:defRPr>
            </a:lvl5pPr>
            <a:lvl6pPr algn="l">
              <a:defRPr sz="1650" b="0" i="0">
                <a:solidFill>
                  <a:srgbClr val="4E5B53"/>
                </a:solidFill>
                <a:latin typeface="Arial"/>
                <a:ea typeface="Arial"/>
                <a:cs typeface="Arial"/>
              </a:defRPr>
            </a:lvl6pPr>
            <a:lvl7pPr algn="l">
              <a:defRPr sz="1650" b="0" i="0">
                <a:solidFill>
                  <a:srgbClr val="4E5B53"/>
                </a:solidFill>
                <a:latin typeface="Arial"/>
                <a:ea typeface="Arial"/>
                <a:cs typeface="Arial"/>
              </a:defRPr>
            </a:lvl7pPr>
            <a:lvl8pPr algn="l">
              <a:defRPr sz="1650" b="0" i="0">
                <a:solidFill>
                  <a:srgbClr val="4E5B53"/>
                </a:solidFill>
                <a:latin typeface="Arial"/>
                <a:ea typeface="Arial"/>
                <a:cs typeface="Arial"/>
              </a:defRPr>
            </a:lvl8pPr>
            <a:lvl9pPr algn="l">
              <a:defRPr sz="1650" b="0" i="0">
                <a:solidFill>
                  <a:srgbClr val="4E5B53"/>
                </a:solidFill>
                <a:latin typeface="Arial"/>
                <a:ea typeface="Arial"/>
                <a:cs typeface="Arial"/>
              </a:defRPr>
            </a:lvl9pPr>
          </a:lstStyle>
          <a:p>
            <a:pPr algn="l">
              <a:defRPr sz="1650" b="0" i="0">
                <a:solidFill>
                  <a:srgbClr val="4E5B53"/>
                </a:solidFill>
                <a:latin typeface="Arial"/>
                <a:ea typeface="Arial"/>
                <a:cs typeface="Arial"/>
              </a:defRPr>
            </a:pPr>
            <a:r>
              <a:rPr sz="1650" b="0" i="0">
                <a:solidFill>
                  <a:srgbClr val="4E5B53"/>
                </a:solidFill>
                <a:latin typeface="Arial"/>
                <a:ea typeface="Arial"/>
                <a:cs typeface="Arial"/>
              </a:rPr>
              <a:t>Start with reliable recycling information and a clear picture of the materials collected.</a:t>
            </a:r>
          </a:p>
        </p:txBody>
      </p:sp>
      <p:sp>
        <p:nvSpPr>
          <p:cNvPr id="3" name="Rectangle 2">
            <a:extLst>
              <a:ext uri="{FF2B5EF4-FFF2-40B4-BE49-F238E27FC236}">
                <a16:creationId xmlns:a16="http://schemas.microsoft.com/office/drawing/2014/main" id="{C9A77FB8-E124-422A-A7A2-616531591A69}"/>
              </a:ext>
            </a:extLst>
          </p:cNvPr>
          <p:cNvSpPr>
            <a:spLocks noGrp="1"/>
          </p:cNvSpPr>
          <p:nvPr/>
        </p:nvSpPr>
        <p:spPr>
          <a:xfrm>
            <a:off x="723900" y="1695450"/>
            <a:ext cx="10744200" cy="19050"/>
          </a:xfrm>
          <a:prstGeom prst="rect">
            <a:avLst/>
          </a:prstGeom>
          <a:solidFill>
            <a:srgbClr val="DDDED3"/>
          </a:solidFill>
          <a:ln w="0">
            <a:noFill/>
            <a:prstDash val="solid"/>
          </a:ln>
        </p:spPr>
      </p:sp>
      <p:sp>
        <p:nvSpPr>
          <p:cNvPr id="4" name="Rectangle 3">
            <a:extLst>
              <a:ext uri="{FF2B5EF4-FFF2-40B4-BE49-F238E27FC236}">
                <a16:creationId xmlns:a16="http://schemas.microsoft.com/office/drawing/2014/main" id="{A791D281-A15A-4E61-A3D9-B707DD1A6E07}"/>
              </a:ext>
            </a:extLst>
          </p:cNvPr>
          <p:cNvSpPr>
            <a:spLocks noGrp="1"/>
          </p:cNvSpPr>
          <p:nvPr/>
        </p:nvSpPr>
        <p:spPr>
          <a:xfrm>
            <a:off x="10687050" y="6400800"/>
            <a:ext cx="800100" cy="190500"/>
          </a:xfrm>
          <a:prstGeom prst="rect">
            <a:avLst/>
          </a:prstGeom>
          <a:noFill/>
          <a:ln w="0">
            <a:noFill/>
            <a:prstDash val="solid"/>
          </a:ln>
        </p:spPr>
        <p:txBody>
          <a:bodyPr wrap="square" lIns="0" tIns="0" rIns="0" bIns="0" anchor="t">
            <a:noAutofit/>
          </a:bodyPr>
          <a:lstStyle>
            <a:defPPr algn="r">
              <a:defRPr sz="1050" b="0" i="0">
                <a:solidFill>
                  <a:srgbClr val="737B71"/>
                </a:solidFill>
                <a:latin typeface="Arial"/>
                <a:ea typeface="Arial"/>
                <a:cs typeface="Arial"/>
              </a:defRPr>
            </a:defPPr>
            <a:lvl1pPr algn="r">
              <a:defRPr sz="1050" b="0" i="0">
                <a:solidFill>
                  <a:srgbClr val="737B71"/>
                </a:solidFill>
                <a:latin typeface="Arial"/>
                <a:ea typeface="Arial"/>
                <a:cs typeface="Arial"/>
              </a:defRPr>
            </a:lvl1pPr>
            <a:lvl2pPr algn="r">
              <a:defRPr sz="1050" b="0" i="0">
                <a:solidFill>
                  <a:srgbClr val="737B71"/>
                </a:solidFill>
                <a:latin typeface="Arial"/>
                <a:ea typeface="Arial"/>
                <a:cs typeface="Arial"/>
              </a:defRPr>
            </a:lvl2pPr>
            <a:lvl3pPr algn="r">
              <a:defRPr sz="1050" b="0" i="0">
                <a:solidFill>
                  <a:srgbClr val="737B71"/>
                </a:solidFill>
                <a:latin typeface="Arial"/>
                <a:ea typeface="Arial"/>
                <a:cs typeface="Arial"/>
              </a:defRPr>
            </a:lvl3pPr>
            <a:lvl4pPr algn="r">
              <a:defRPr sz="1050" b="0" i="0">
                <a:solidFill>
                  <a:srgbClr val="737B71"/>
                </a:solidFill>
                <a:latin typeface="Arial"/>
                <a:ea typeface="Arial"/>
                <a:cs typeface="Arial"/>
              </a:defRPr>
            </a:lvl4pPr>
            <a:lvl5pPr algn="r">
              <a:defRPr sz="1050" b="0" i="0">
                <a:solidFill>
                  <a:srgbClr val="737B71"/>
                </a:solidFill>
                <a:latin typeface="Arial"/>
                <a:ea typeface="Arial"/>
                <a:cs typeface="Arial"/>
              </a:defRPr>
            </a:lvl5pPr>
            <a:lvl6pPr algn="r">
              <a:defRPr sz="1050" b="0" i="0">
                <a:solidFill>
                  <a:srgbClr val="737B71"/>
                </a:solidFill>
                <a:latin typeface="Arial"/>
                <a:ea typeface="Arial"/>
                <a:cs typeface="Arial"/>
              </a:defRPr>
            </a:lvl6pPr>
            <a:lvl7pPr algn="r">
              <a:defRPr sz="1050" b="0" i="0">
                <a:solidFill>
                  <a:srgbClr val="737B71"/>
                </a:solidFill>
                <a:latin typeface="Arial"/>
                <a:ea typeface="Arial"/>
                <a:cs typeface="Arial"/>
              </a:defRPr>
            </a:lvl7pPr>
            <a:lvl8pPr algn="r">
              <a:defRPr sz="1050" b="0" i="0">
                <a:solidFill>
                  <a:srgbClr val="737B71"/>
                </a:solidFill>
                <a:latin typeface="Arial"/>
                <a:ea typeface="Arial"/>
                <a:cs typeface="Arial"/>
              </a:defRPr>
            </a:lvl8pPr>
            <a:lvl9pPr algn="r">
              <a:defRPr sz="1050" b="0" i="0">
                <a:solidFill>
                  <a:srgbClr val="737B71"/>
                </a:solidFill>
                <a:latin typeface="Arial"/>
                <a:ea typeface="Arial"/>
                <a:cs typeface="Arial"/>
              </a:defRPr>
            </a:lvl9pPr>
          </a:lstStyle>
          <a:p>
            <a:pPr algn="r">
              <a:defRPr sz="1050" b="0" i="0">
                <a:solidFill>
                  <a:srgbClr val="737B71"/>
                </a:solidFill>
                <a:latin typeface="Arial"/>
                <a:ea typeface="Arial"/>
                <a:cs typeface="Arial"/>
              </a:defRPr>
            </a:pPr>
            <a:r>
              <a:rPr sz="1050" b="0" i="0">
                <a:solidFill>
                  <a:srgbClr val="737B71"/>
                </a:solidFill>
                <a:latin typeface="Arial"/>
                <a:ea typeface="Arial"/>
                <a:cs typeface="Arial"/>
              </a:rPr>
              <a:t>08 / 10</a:t>
            </a:r>
          </a:p>
        </p:txBody>
      </p:sp>
      <p:sp>
        <p:nvSpPr>
          <p:cNvPr id="5" name="Rectangle 4">
            <a:extLst>
              <a:ext uri="{FF2B5EF4-FFF2-40B4-BE49-F238E27FC236}">
                <a16:creationId xmlns:a16="http://schemas.microsoft.com/office/drawing/2014/main" id="{9C768578-76E4-44D6-9C03-BEFC8B44BC9A}"/>
              </a:ext>
            </a:extLst>
          </p:cNvPr>
          <p:cNvSpPr>
            <a:spLocks noGrp="1"/>
          </p:cNvSpPr>
          <p:nvPr/>
        </p:nvSpPr>
        <p:spPr>
          <a:xfrm>
            <a:off x="781050" y="2190750"/>
            <a:ext cx="571500" cy="47625"/>
          </a:xfrm>
          <a:prstGeom prst="rect">
            <a:avLst/>
          </a:prstGeom>
          <a:solidFill>
            <a:srgbClr val="1D4B3A"/>
          </a:solidFill>
          <a:ln w="0">
            <a:noFill/>
            <a:prstDash val="solid"/>
          </a:ln>
        </p:spPr>
      </p:sp>
      <p:sp>
        <p:nvSpPr>
          <p:cNvPr id="6" name="Rectangle 5">
            <a:extLst>
              <a:ext uri="{FF2B5EF4-FFF2-40B4-BE49-F238E27FC236}">
                <a16:creationId xmlns:a16="http://schemas.microsoft.com/office/drawing/2014/main" id="{A0440FA8-035E-4699-A595-643BEEB5C6EB}"/>
              </a:ext>
            </a:extLst>
          </p:cNvPr>
          <p:cNvSpPr>
            <a:spLocks noGrp="1"/>
          </p:cNvSpPr>
          <p:nvPr/>
        </p:nvSpPr>
        <p:spPr>
          <a:xfrm>
            <a:off x="781050" y="2419350"/>
            <a:ext cx="3105150" cy="228600"/>
          </a:xfrm>
          <a:prstGeom prst="rect">
            <a:avLst/>
          </a:prstGeom>
          <a:noFill/>
          <a:ln w="0">
            <a:noFill/>
            <a:prstDash val="solid"/>
          </a:ln>
        </p:spPr>
        <p:txBody>
          <a:bodyPr wrap="square" lIns="0" tIns="0" rIns="0" bIns="0" anchor="t">
            <a:noAutofit/>
          </a:bodyPr>
          <a:lstStyle>
            <a:defPPr algn="l">
              <a:defRPr sz="1200" b="1" i="0">
                <a:solidFill>
                  <a:srgbClr val="737B71"/>
                </a:solidFill>
                <a:latin typeface="Arial"/>
                <a:ea typeface="Arial"/>
                <a:cs typeface="Arial"/>
              </a:defRPr>
            </a:defPPr>
            <a:lvl1pPr algn="l">
              <a:defRPr sz="1200" b="1" i="0">
                <a:solidFill>
                  <a:srgbClr val="737B71"/>
                </a:solidFill>
                <a:latin typeface="Arial"/>
                <a:ea typeface="Arial"/>
                <a:cs typeface="Arial"/>
              </a:defRPr>
            </a:lvl1pPr>
            <a:lvl2pPr algn="l">
              <a:defRPr sz="1200" b="1" i="0">
                <a:solidFill>
                  <a:srgbClr val="737B71"/>
                </a:solidFill>
                <a:latin typeface="Arial"/>
                <a:ea typeface="Arial"/>
                <a:cs typeface="Arial"/>
              </a:defRPr>
            </a:lvl2pPr>
            <a:lvl3pPr algn="l">
              <a:defRPr sz="1200" b="1" i="0">
                <a:solidFill>
                  <a:srgbClr val="737B71"/>
                </a:solidFill>
                <a:latin typeface="Arial"/>
                <a:ea typeface="Arial"/>
                <a:cs typeface="Arial"/>
              </a:defRPr>
            </a:lvl3pPr>
            <a:lvl4pPr algn="l">
              <a:defRPr sz="1200" b="1" i="0">
                <a:solidFill>
                  <a:srgbClr val="737B71"/>
                </a:solidFill>
                <a:latin typeface="Arial"/>
                <a:ea typeface="Arial"/>
                <a:cs typeface="Arial"/>
              </a:defRPr>
            </a:lvl4pPr>
            <a:lvl5pPr algn="l">
              <a:defRPr sz="1200" b="1" i="0">
                <a:solidFill>
                  <a:srgbClr val="737B71"/>
                </a:solidFill>
                <a:latin typeface="Arial"/>
                <a:ea typeface="Arial"/>
                <a:cs typeface="Arial"/>
              </a:defRPr>
            </a:lvl5pPr>
            <a:lvl6pPr algn="l">
              <a:defRPr sz="1200" b="1" i="0">
                <a:solidFill>
                  <a:srgbClr val="737B71"/>
                </a:solidFill>
                <a:latin typeface="Arial"/>
                <a:ea typeface="Arial"/>
                <a:cs typeface="Arial"/>
              </a:defRPr>
            </a:lvl6pPr>
            <a:lvl7pPr algn="l">
              <a:defRPr sz="1200" b="1" i="0">
                <a:solidFill>
                  <a:srgbClr val="737B71"/>
                </a:solidFill>
                <a:latin typeface="Arial"/>
                <a:ea typeface="Arial"/>
                <a:cs typeface="Arial"/>
              </a:defRPr>
            </a:lvl7pPr>
            <a:lvl8pPr algn="l">
              <a:defRPr sz="1200" b="1" i="0">
                <a:solidFill>
                  <a:srgbClr val="737B71"/>
                </a:solidFill>
                <a:latin typeface="Arial"/>
                <a:ea typeface="Arial"/>
                <a:cs typeface="Arial"/>
              </a:defRPr>
            </a:lvl8pPr>
            <a:lvl9pPr algn="l">
              <a:defRPr sz="1200" b="1" i="0">
                <a:solidFill>
                  <a:srgbClr val="737B71"/>
                </a:solidFill>
                <a:latin typeface="Arial"/>
                <a:ea typeface="Arial"/>
                <a:cs typeface="Arial"/>
              </a:defRPr>
            </a:lvl9pPr>
          </a:lstStyle>
          <a:p>
            <a:pPr algn="l">
              <a:defRPr sz="1200" b="1" i="0">
                <a:solidFill>
                  <a:srgbClr val="737B71"/>
                </a:solidFill>
                <a:latin typeface="Arial"/>
                <a:ea typeface="Arial"/>
                <a:cs typeface="Arial"/>
              </a:defRPr>
            </a:pPr>
            <a:r>
              <a:rPr sz="1200" b="1" i="0">
                <a:solidFill>
                  <a:srgbClr val="737B71"/>
                </a:solidFill>
                <a:latin typeface="Arial"/>
                <a:ea typeface="Arial"/>
                <a:cs typeface="Arial"/>
              </a:rPr>
              <a:t>RECYCLING ACCESS</a:t>
            </a:r>
          </a:p>
        </p:txBody>
      </p:sp>
      <p:sp>
        <p:nvSpPr>
          <p:cNvPr id="7" name="Rectangle 6">
            <a:extLst>
              <a:ext uri="{FF2B5EF4-FFF2-40B4-BE49-F238E27FC236}">
                <a16:creationId xmlns:a16="http://schemas.microsoft.com/office/drawing/2014/main" id="{E21769DB-3B02-46F8-8015-8718E5FCE806}"/>
              </a:ext>
            </a:extLst>
          </p:cNvPr>
          <p:cNvSpPr>
            <a:spLocks noGrp="1"/>
          </p:cNvSpPr>
          <p:nvPr/>
        </p:nvSpPr>
        <p:spPr>
          <a:xfrm>
            <a:off x="781050" y="2857500"/>
            <a:ext cx="3105150" cy="819150"/>
          </a:xfrm>
          <a:prstGeom prst="rect">
            <a:avLst/>
          </a:prstGeom>
          <a:noFill/>
          <a:ln w="0">
            <a:noFill/>
            <a:prstDash val="solid"/>
          </a:ln>
        </p:spPr>
        <p:txBody>
          <a:bodyPr wrap="square" lIns="0" tIns="0" rIns="0" bIns="0" anchor="t">
            <a:noAutofit/>
          </a:bodyPr>
          <a:lstStyle>
            <a:defPPr algn="l">
              <a:defRPr sz="3150" b="1" i="0">
                <a:solidFill>
                  <a:srgbClr val="17231D"/>
                </a:solidFill>
                <a:latin typeface="Arial"/>
                <a:ea typeface="Arial"/>
                <a:cs typeface="Arial"/>
              </a:defRPr>
            </a:defPPr>
            <a:lvl1pPr algn="l">
              <a:defRPr sz="3150" b="1" i="0">
                <a:solidFill>
                  <a:srgbClr val="17231D"/>
                </a:solidFill>
                <a:latin typeface="Arial"/>
                <a:ea typeface="Arial"/>
                <a:cs typeface="Arial"/>
              </a:defRPr>
            </a:lvl1pPr>
            <a:lvl2pPr algn="l">
              <a:defRPr sz="3150" b="1" i="0">
                <a:solidFill>
                  <a:srgbClr val="17231D"/>
                </a:solidFill>
                <a:latin typeface="Arial"/>
                <a:ea typeface="Arial"/>
                <a:cs typeface="Arial"/>
              </a:defRPr>
            </a:lvl2pPr>
            <a:lvl3pPr algn="l">
              <a:defRPr sz="3150" b="1" i="0">
                <a:solidFill>
                  <a:srgbClr val="17231D"/>
                </a:solidFill>
                <a:latin typeface="Arial"/>
                <a:ea typeface="Arial"/>
                <a:cs typeface="Arial"/>
              </a:defRPr>
            </a:lvl3pPr>
            <a:lvl4pPr algn="l">
              <a:defRPr sz="3150" b="1" i="0">
                <a:solidFill>
                  <a:srgbClr val="17231D"/>
                </a:solidFill>
                <a:latin typeface="Arial"/>
                <a:ea typeface="Arial"/>
                <a:cs typeface="Arial"/>
              </a:defRPr>
            </a:lvl4pPr>
            <a:lvl5pPr algn="l">
              <a:defRPr sz="3150" b="1" i="0">
                <a:solidFill>
                  <a:srgbClr val="17231D"/>
                </a:solidFill>
                <a:latin typeface="Arial"/>
                <a:ea typeface="Arial"/>
                <a:cs typeface="Arial"/>
              </a:defRPr>
            </a:lvl5pPr>
            <a:lvl6pPr algn="l">
              <a:defRPr sz="3150" b="1" i="0">
                <a:solidFill>
                  <a:srgbClr val="17231D"/>
                </a:solidFill>
                <a:latin typeface="Arial"/>
                <a:ea typeface="Arial"/>
                <a:cs typeface="Arial"/>
              </a:defRPr>
            </a:lvl6pPr>
            <a:lvl7pPr algn="l">
              <a:defRPr sz="3150" b="1" i="0">
                <a:solidFill>
                  <a:srgbClr val="17231D"/>
                </a:solidFill>
                <a:latin typeface="Arial"/>
                <a:ea typeface="Arial"/>
                <a:cs typeface="Arial"/>
              </a:defRPr>
            </a:lvl7pPr>
            <a:lvl8pPr algn="l">
              <a:defRPr sz="3150" b="1" i="0">
                <a:solidFill>
                  <a:srgbClr val="17231D"/>
                </a:solidFill>
                <a:latin typeface="Arial"/>
                <a:ea typeface="Arial"/>
                <a:cs typeface="Arial"/>
              </a:defRPr>
            </a:lvl8pPr>
            <a:lvl9pPr algn="l">
              <a:defRPr sz="3150" b="1" i="0">
                <a:solidFill>
                  <a:srgbClr val="17231D"/>
                </a:solidFill>
                <a:latin typeface="Arial"/>
                <a:ea typeface="Arial"/>
                <a:cs typeface="Arial"/>
              </a:defRPr>
            </a:lvl9pPr>
          </a:lstStyle>
          <a:p>
            <a:pPr algn="l">
              <a:defRPr sz="3150" b="1" i="0">
                <a:solidFill>
                  <a:srgbClr val="17231D"/>
                </a:solidFill>
                <a:latin typeface="Arial"/>
                <a:ea typeface="Arial"/>
                <a:cs typeface="Arial"/>
              </a:defRPr>
            </a:pPr>
            <a:r>
              <a:rPr sz="3150" b="1" i="0">
                <a:solidFill>
                  <a:srgbClr val="17231D"/>
                </a:solidFill>
                <a:latin typeface="Arial"/>
                <a:ea typeface="Arial"/>
                <a:cs typeface="Arial"/>
              </a:rPr>
              <a:t>source + date</a:t>
            </a:r>
          </a:p>
        </p:txBody>
      </p:sp>
      <p:sp>
        <p:nvSpPr>
          <p:cNvPr id="8" name="Rectangle 7">
            <a:extLst>
              <a:ext uri="{FF2B5EF4-FFF2-40B4-BE49-F238E27FC236}">
                <a16:creationId xmlns:a16="http://schemas.microsoft.com/office/drawing/2014/main" id="{CBE2B7F0-77D8-4CBA-B66C-3C9BEA9DABEB}"/>
              </a:ext>
            </a:extLst>
          </p:cNvPr>
          <p:cNvSpPr>
            <a:spLocks noGrp="1"/>
          </p:cNvSpPr>
          <p:nvPr/>
        </p:nvSpPr>
        <p:spPr>
          <a:xfrm>
            <a:off x="781050" y="3743325"/>
            <a:ext cx="3086100" cy="514350"/>
          </a:xfrm>
          <a:prstGeom prst="rect">
            <a:avLst/>
          </a:prstGeom>
          <a:noFill/>
          <a:ln w="0">
            <a:noFill/>
            <a:prstDash val="solid"/>
          </a:ln>
        </p:spPr>
        <p:txBody>
          <a:bodyPr wrap="square" lIns="0" tIns="0" rIns="0" bIns="0" anchor="t">
            <a:noAutofit/>
          </a:bodyPr>
          <a:lstStyle>
            <a:defPPr algn="l">
              <a:defRPr sz="1425" b="1" i="0">
                <a:solidFill>
                  <a:srgbClr val="1D4B3A"/>
                </a:solidFill>
                <a:latin typeface="Arial"/>
                <a:ea typeface="Arial"/>
                <a:cs typeface="Arial"/>
              </a:defRPr>
            </a:defPPr>
            <a:lvl1pPr algn="l">
              <a:defRPr sz="1425" b="1" i="0">
                <a:solidFill>
                  <a:srgbClr val="1D4B3A"/>
                </a:solidFill>
                <a:latin typeface="Arial"/>
                <a:ea typeface="Arial"/>
                <a:cs typeface="Arial"/>
              </a:defRPr>
            </a:lvl1pPr>
            <a:lvl2pPr algn="l">
              <a:defRPr sz="1425" b="1" i="0">
                <a:solidFill>
                  <a:srgbClr val="1D4B3A"/>
                </a:solidFill>
                <a:latin typeface="Arial"/>
                <a:ea typeface="Arial"/>
                <a:cs typeface="Arial"/>
              </a:defRPr>
            </a:lvl2pPr>
            <a:lvl3pPr algn="l">
              <a:defRPr sz="1425" b="1" i="0">
                <a:solidFill>
                  <a:srgbClr val="1D4B3A"/>
                </a:solidFill>
                <a:latin typeface="Arial"/>
                <a:ea typeface="Arial"/>
                <a:cs typeface="Arial"/>
              </a:defRPr>
            </a:lvl3pPr>
            <a:lvl4pPr algn="l">
              <a:defRPr sz="1425" b="1" i="0">
                <a:solidFill>
                  <a:srgbClr val="1D4B3A"/>
                </a:solidFill>
                <a:latin typeface="Arial"/>
                <a:ea typeface="Arial"/>
                <a:cs typeface="Arial"/>
              </a:defRPr>
            </a:lvl4pPr>
            <a:lvl5pPr algn="l">
              <a:defRPr sz="1425" b="1" i="0">
                <a:solidFill>
                  <a:srgbClr val="1D4B3A"/>
                </a:solidFill>
                <a:latin typeface="Arial"/>
                <a:ea typeface="Arial"/>
                <a:cs typeface="Arial"/>
              </a:defRPr>
            </a:lvl5pPr>
            <a:lvl6pPr algn="l">
              <a:defRPr sz="1425" b="1" i="0">
                <a:solidFill>
                  <a:srgbClr val="1D4B3A"/>
                </a:solidFill>
                <a:latin typeface="Arial"/>
                <a:ea typeface="Arial"/>
                <a:cs typeface="Arial"/>
              </a:defRPr>
            </a:lvl6pPr>
            <a:lvl7pPr algn="l">
              <a:defRPr sz="1425" b="1" i="0">
                <a:solidFill>
                  <a:srgbClr val="1D4B3A"/>
                </a:solidFill>
                <a:latin typeface="Arial"/>
                <a:ea typeface="Arial"/>
                <a:cs typeface="Arial"/>
              </a:defRPr>
            </a:lvl7pPr>
            <a:lvl8pPr algn="l">
              <a:defRPr sz="1425" b="1" i="0">
                <a:solidFill>
                  <a:srgbClr val="1D4B3A"/>
                </a:solidFill>
                <a:latin typeface="Arial"/>
                <a:ea typeface="Arial"/>
                <a:cs typeface="Arial"/>
              </a:defRPr>
            </a:lvl8pPr>
            <a:lvl9pPr algn="l">
              <a:defRPr sz="1425" b="1" i="0">
                <a:solidFill>
                  <a:srgbClr val="1D4B3A"/>
                </a:solidFill>
                <a:latin typeface="Arial"/>
                <a:ea typeface="Arial"/>
                <a:cs typeface="Arial"/>
              </a:defRPr>
            </a:lvl9pPr>
          </a:lstStyle>
          <a:p>
            <a:pPr algn="l">
              <a:defRPr sz="1425" b="1" i="0">
                <a:solidFill>
                  <a:srgbClr val="1D4B3A"/>
                </a:solidFill>
                <a:latin typeface="Arial"/>
                <a:ea typeface="Arial"/>
                <a:cs typeface="Arial"/>
              </a:defRPr>
            </a:pPr>
            <a:r>
              <a:rPr sz="1425" b="1" i="0">
                <a:solidFill>
                  <a:srgbClr val="1D4B3A"/>
                </a:solidFill>
                <a:latin typeface="Arial"/>
                <a:ea typeface="Arial"/>
                <a:cs typeface="Arial"/>
              </a:rPr>
              <a:t>Verified place records</a:t>
            </a:r>
          </a:p>
        </p:txBody>
      </p:sp>
      <p:sp>
        <p:nvSpPr>
          <p:cNvPr id="9" name="Rectangle 8">
            <a:extLst>
              <a:ext uri="{FF2B5EF4-FFF2-40B4-BE49-F238E27FC236}">
                <a16:creationId xmlns:a16="http://schemas.microsoft.com/office/drawing/2014/main" id="{647EA67A-7911-4BC0-9549-4AE2892C491C}"/>
              </a:ext>
            </a:extLst>
          </p:cNvPr>
          <p:cNvSpPr>
            <a:spLocks noGrp="1"/>
          </p:cNvSpPr>
          <p:nvPr/>
        </p:nvSpPr>
        <p:spPr>
          <a:xfrm>
            <a:off x="781050" y="4419600"/>
            <a:ext cx="3067050" cy="1219200"/>
          </a:xfrm>
          <a:prstGeom prst="rect">
            <a:avLst/>
          </a:prstGeom>
          <a:noFill/>
          <a:ln w="0">
            <a:noFill/>
            <a:prstDash val="solid"/>
          </a:ln>
        </p:spPr>
        <p:txBody>
          <a:bodyPr wrap="square" lIns="0" tIns="0" rIns="0" bIns="0" anchor="t">
            <a:noAutofit/>
          </a:bodyPr>
          <a:lstStyle>
            <a:defPPr algn="l">
              <a:defRPr sz="1500" b="0" i="0">
                <a:solidFill>
                  <a:srgbClr val="4E5B53"/>
                </a:solidFill>
                <a:latin typeface="Arial"/>
                <a:ea typeface="Arial"/>
                <a:cs typeface="Arial"/>
              </a:defRPr>
            </a:defPPr>
            <a:lvl1pPr algn="l">
              <a:defRPr sz="1500" b="0" i="0">
                <a:solidFill>
                  <a:srgbClr val="4E5B53"/>
                </a:solidFill>
                <a:latin typeface="Arial"/>
                <a:ea typeface="Arial"/>
                <a:cs typeface="Arial"/>
              </a:defRPr>
            </a:lvl1pPr>
            <a:lvl2pPr algn="l">
              <a:defRPr sz="1500" b="0" i="0">
                <a:solidFill>
                  <a:srgbClr val="4E5B53"/>
                </a:solidFill>
                <a:latin typeface="Arial"/>
                <a:ea typeface="Arial"/>
                <a:cs typeface="Arial"/>
              </a:defRPr>
            </a:lvl2pPr>
            <a:lvl3pPr algn="l">
              <a:defRPr sz="1500" b="0" i="0">
                <a:solidFill>
                  <a:srgbClr val="4E5B53"/>
                </a:solidFill>
                <a:latin typeface="Arial"/>
                <a:ea typeface="Arial"/>
                <a:cs typeface="Arial"/>
              </a:defRPr>
            </a:lvl3pPr>
            <a:lvl4pPr algn="l">
              <a:defRPr sz="1500" b="0" i="0">
                <a:solidFill>
                  <a:srgbClr val="4E5B53"/>
                </a:solidFill>
                <a:latin typeface="Arial"/>
                <a:ea typeface="Arial"/>
                <a:cs typeface="Arial"/>
              </a:defRPr>
            </a:lvl4pPr>
            <a:lvl5pPr algn="l">
              <a:defRPr sz="1500" b="0" i="0">
                <a:solidFill>
                  <a:srgbClr val="4E5B53"/>
                </a:solidFill>
                <a:latin typeface="Arial"/>
                <a:ea typeface="Arial"/>
                <a:cs typeface="Arial"/>
              </a:defRPr>
            </a:lvl5pPr>
            <a:lvl6pPr algn="l">
              <a:defRPr sz="1500" b="0" i="0">
                <a:solidFill>
                  <a:srgbClr val="4E5B53"/>
                </a:solidFill>
                <a:latin typeface="Arial"/>
                <a:ea typeface="Arial"/>
                <a:cs typeface="Arial"/>
              </a:defRPr>
            </a:lvl6pPr>
            <a:lvl7pPr algn="l">
              <a:defRPr sz="1500" b="0" i="0">
                <a:solidFill>
                  <a:srgbClr val="4E5B53"/>
                </a:solidFill>
                <a:latin typeface="Arial"/>
                <a:ea typeface="Arial"/>
                <a:cs typeface="Arial"/>
              </a:defRPr>
            </a:lvl7pPr>
            <a:lvl8pPr algn="l">
              <a:defRPr sz="1500" b="0" i="0">
                <a:solidFill>
                  <a:srgbClr val="4E5B53"/>
                </a:solidFill>
                <a:latin typeface="Arial"/>
                <a:ea typeface="Arial"/>
                <a:cs typeface="Arial"/>
              </a:defRPr>
            </a:lvl8pPr>
            <a:lvl9pPr algn="l">
              <a:defRPr sz="1500" b="0" i="0">
                <a:solidFill>
                  <a:srgbClr val="4E5B53"/>
                </a:solidFill>
                <a:latin typeface="Arial"/>
                <a:ea typeface="Arial"/>
                <a:cs typeface="Arial"/>
              </a:defRPr>
            </a:lvl9pPr>
          </a:lstStyle>
          <a:p>
            <a:pPr algn="l">
              <a:defRPr sz="1500" b="0" i="0">
                <a:solidFill>
                  <a:srgbClr val="4E5B53"/>
                </a:solidFill>
                <a:latin typeface="Arial"/>
                <a:ea typeface="Arial"/>
                <a:cs typeface="Arial"/>
              </a:defRPr>
            </a:pPr>
            <a:r>
              <a:rPr sz="1500" b="0" i="0">
                <a:solidFill>
                  <a:srgbClr val="4E5B53"/>
                </a:solidFill>
                <a:latin typeface="Arial"/>
                <a:ea typeface="Arial"/>
                <a:cs typeface="Arial"/>
              </a:rPr>
              <a:t>Record what each location accepts, its source and the date it was last checked. The website has no verified places entered yet.</a:t>
            </a:r>
          </a:p>
        </p:txBody>
      </p:sp>
      <p:sp>
        <p:nvSpPr>
          <p:cNvPr id="10" name="Rectangle 9">
            <a:extLst>
              <a:ext uri="{FF2B5EF4-FFF2-40B4-BE49-F238E27FC236}">
                <a16:creationId xmlns:a16="http://schemas.microsoft.com/office/drawing/2014/main" id="{1EC86E1B-C664-4FCF-B441-A6A31718F90F}"/>
              </a:ext>
            </a:extLst>
          </p:cNvPr>
          <p:cNvSpPr>
            <a:spLocks noGrp="1"/>
          </p:cNvSpPr>
          <p:nvPr/>
        </p:nvSpPr>
        <p:spPr>
          <a:xfrm>
            <a:off x="4457700" y="2190750"/>
            <a:ext cx="571500" cy="47625"/>
          </a:xfrm>
          <a:prstGeom prst="rect">
            <a:avLst/>
          </a:prstGeom>
          <a:solidFill>
            <a:srgbClr val="9FB5A7"/>
          </a:solidFill>
          <a:ln w="0">
            <a:noFill/>
            <a:prstDash val="solid"/>
          </a:ln>
        </p:spPr>
      </p:sp>
      <p:sp>
        <p:nvSpPr>
          <p:cNvPr id="11" name="Rectangle 10">
            <a:extLst>
              <a:ext uri="{FF2B5EF4-FFF2-40B4-BE49-F238E27FC236}">
                <a16:creationId xmlns:a16="http://schemas.microsoft.com/office/drawing/2014/main" id="{AF8F07E9-0001-4075-BF67-B61EC8EFB151}"/>
              </a:ext>
            </a:extLst>
          </p:cNvPr>
          <p:cNvSpPr>
            <a:spLocks noGrp="1"/>
          </p:cNvSpPr>
          <p:nvPr/>
        </p:nvSpPr>
        <p:spPr>
          <a:xfrm>
            <a:off x="4457700" y="2419350"/>
            <a:ext cx="3105150" cy="228600"/>
          </a:xfrm>
          <a:prstGeom prst="rect">
            <a:avLst/>
          </a:prstGeom>
          <a:noFill/>
          <a:ln w="0">
            <a:noFill/>
            <a:prstDash val="solid"/>
          </a:ln>
        </p:spPr>
        <p:txBody>
          <a:bodyPr wrap="square" lIns="0" tIns="0" rIns="0" bIns="0" anchor="t">
            <a:noAutofit/>
          </a:bodyPr>
          <a:lstStyle>
            <a:defPPr algn="l">
              <a:defRPr sz="1200" b="1" i="0">
                <a:solidFill>
                  <a:srgbClr val="737B71"/>
                </a:solidFill>
                <a:latin typeface="Arial"/>
                <a:ea typeface="Arial"/>
                <a:cs typeface="Arial"/>
              </a:defRPr>
            </a:defPPr>
            <a:lvl1pPr algn="l">
              <a:defRPr sz="1200" b="1" i="0">
                <a:solidFill>
                  <a:srgbClr val="737B71"/>
                </a:solidFill>
                <a:latin typeface="Arial"/>
                <a:ea typeface="Arial"/>
                <a:cs typeface="Arial"/>
              </a:defRPr>
            </a:lvl1pPr>
            <a:lvl2pPr algn="l">
              <a:defRPr sz="1200" b="1" i="0">
                <a:solidFill>
                  <a:srgbClr val="737B71"/>
                </a:solidFill>
                <a:latin typeface="Arial"/>
                <a:ea typeface="Arial"/>
                <a:cs typeface="Arial"/>
              </a:defRPr>
            </a:lvl2pPr>
            <a:lvl3pPr algn="l">
              <a:defRPr sz="1200" b="1" i="0">
                <a:solidFill>
                  <a:srgbClr val="737B71"/>
                </a:solidFill>
                <a:latin typeface="Arial"/>
                <a:ea typeface="Arial"/>
                <a:cs typeface="Arial"/>
              </a:defRPr>
            </a:lvl3pPr>
            <a:lvl4pPr algn="l">
              <a:defRPr sz="1200" b="1" i="0">
                <a:solidFill>
                  <a:srgbClr val="737B71"/>
                </a:solidFill>
                <a:latin typeface="Arial"/>
                <a:ea typeface="Arial"/>
                <a:cs typeface="Arial"/>
              </a:defRPr>
            </a:lvl4pPr>
            <a:lvl5pPr algn="l">
              <a:defRPr sz="1200" b="1" i="0">
                <a:solidFill>
                  <a:srgbClr val="737B71"/>
                </a:solidFill>
                <a:latin typeface="Arial"/>
                <a:ea typeface="Arial"/>
                <a:cs typeface="Arial"/>
              </a:defRPr>
            </a:lvl5pPr>
            <a:lvl6pPr algn="l">
              <a:defRPr sz="1200" b="1" i="0">
                <a:solidFill>
                  <a:srgbClr val="737B71"/>
                </a:solidFill>
                <a:latin typeface="Arial"/>
                <a:ea typeface="Arial"/>
                <a:cs typeface="Arial"/>
              </a:defRPr>
            </a:lvl6pPr>
            <a:lvl7pPr algn="l">
              <a:defRPr sz="1200" b="1" i="0">
                <a:solidFill>
                  <a:srgbClr val="737B71"/>
                </a:solidFill>
                <a:latin typeface="Arial"/>
                <a:ea typeface="Arial"/>
                <a:cs typeface="Arial"/>
              </a:defRPr>
            </a:lvl7pPr>
            <a:lvl8pPr algn="l">
              <a:defRPr sz="1200" b="1" i="0">
                <a:solidFill>
                  <a:srgbClr val="737B71"/>
                </a:solidFill>
                <a:latin typeface="Arial"/>
                <a:ea typeface="Arial"/>
                <a:cs typeface="Arial"/>
              </a:defRPr>
            </a:lvl8pPr>
            <a:lvl9pPr algn="l">
              <a:defRPr sz="1200" b="1" i="0">
                <a:solidFill>
                  <a:srgbClr val="737B71"/>
                </a:solidFill>
                <a:latin typeface="Arial"/>
                <a:ea typeface="Arial"/>
                <a:cs typeface="Arial"/>
              </a:defRPr>
            </a:lvl9pPr>
          </a:lstStyle>
          <a:p>
            <a:pPr algn="l">
              <a:defRPr sz="1200" b="1" i="0">
                <a:solidFill>
                  <a:srgbClr val="737B71"/>
                </a:solidFill>
                <a:latin typeface="Arial"/>
                <a:ea typeface="Arial"/>
                <a:cs typeface="Arial"/>
              </a:defRPr>
            </a:pPr>
            <a:r>
              <a:rPr sz="1200" b="1" i="0">
                <a:solidFill>
                  <a:srgbClr val="737B71"/>
                </a:solidFill>
                <a:latin typeface="Arial"/>
                <a:ea typeface="Arial"/>
                <a:cs typeface="Arial"/>
              </a:rPr>
              <a:t>FILL STATUS</a:t>
            </a:r>
          </a:p>
        </p:txBody>
      </p:sp>
      <p:sp>
        <p:nvSpPr>
          <p:cNvPr id="12" name="Rectangle 11">
            <a:extLst>
              <a:ext uri="{FF2B5EF4-FFF2-40B4-BE49-F238E27FC236}">
                <a16:creationId xmlns:a16="http://schemas.microsoft.com/office/drawing/2014/main" id="{3E233736-F171-472F-8805-D483A8A6F3E9}"/>
              </a:ext>
            </a:extLst>
          </p:cNvPr>
          <p:cNvSpPr>
            <a:spLocks noGrp="1"/>
          </p:cNvSpPr>
          <p:nvPr/>
        </p:nvSpPr>
        <p:spPr>
          <a:xfrm>
            <a:off x="4457700" y="2857500"/>
            <a:ext cx="3105150" cy="819150"/>
          </a:xfrm>
          <a:prstGeom prst="rect">
            <a:avLst/>
          </a:prstGeom>
          <a:noFill/>
          <a:ln w="0">
            <a:noFill/>
            <a:prstDash val="solid"/>
          </a:ln>
        </p:spPr>
        <p:txBody>
          <a:bodyPr wrap="square" lIns="0" tIns="0" rIns="0" bIns="0" anchor="t">
            <a:noAutofit/>
          </a:bodyPr>
          <a:lstStyle>
            <a:defPPr algn="l">
              <a:defRPr sz="4350" b="1" i="0">
                <a:solidFill>
                  <a:srgbClr val="17231D"/>
                </a:solidFill>
                <a:latin typeface="Arial"/>
                <a:ea typeface="Arial"/>
                <a:cs typeface="Arial"/>
              </a:defRPr>
            </a:defPPr>
            <a:lvl1pPr algn="l">
              <a:defRPr sz="4350" b="1" i="0">
                <a:solidFill>
                  <a:srgbClr val="17231D"/>
                </a:solidFill>
                <a:latin typeface="Arial"/>
                <a:ea typeface="Arial"/>
                <a:cs typeface="Arial"/>
              </a:defRPr>
            </a:lvl1pPr>
            <a:lvl2pPr algn="l">
              <a:defRPr sz="4350" b="1" i="0">
                <a:solidFill>
                  <a:srgbClr val="17231D"/>
                </a:solidFill>
                <a:latin typeface="Arial"/>
                <a:ea typeface="Arial"/>
                <a:cs typeface="Arial"/>
              </a:defRPr>
            </a:lvl2pPr>
            <a:lvl3pPr algn="l">
              <a:defRPr sz="4350" b="1" i="0">
                <a:solidFill>
                  <a:srgbClr val="17231D"/>
                </a:solidFill>
                <a:latin typeface="Arial"/>
                <a:ea typeface="Arial"/>
                <a:cs typeface="Arial"/>
              </a:defRPr>
            </a:lvl3pPr>
            <a:lvl4pPr algn="l">
              <a:defRPr sz="4350" b="1" i="0">
                <a:solidFill>
                  <a:srgbClr val="17231D"/>
                </a:solidFill>
                <a:latin typeface="Arial"/>
                <a:ea typeface="Arial"/>
                <a:cs typeface="Arial"/>
              </a:defRPr>
            </a:lvl4pPr>
            <a:lvl5pPr algn="l">
              <a:defRPr sz="4350" b="1" i="0">
                <a:solidFill>
                  <a:srgbClr val="17231D"/>
                </a:solidFill>
                <a:latin typeface="Arial"/>
                <a:ea typeface="Arial"/>
                <a:cs typeface="Arial"/>
              </a:defRPr>
            </a:lvl5pPr>
            <a:lvl6pPr algn="l">
              <a:defRPr sz="4350" b="1" i="0">
                <a:solidFill>
                  <a:srgbClr val="17231D"/>
                </a:solidFill>
                <a:latin typeface="Arial"/>
                <a:ea typeface="Arial"/>
                <a:cs typeface="Arial"/>
              </a:defRPr>
            </a:lvl6pPr>
            <a:lvl7pPr algn="l">
              <a:defRPr sz="4350" b="1" i="0">
                <a:solidFill>
                  <a:srgbClr val="17231D"/>
                </a:solidFill>
                <a:latin typeface="Arial"/>
                <a:ea typeface="Arial"/>
                <a:cs typeface="Arial"/>
              </a:defRPr>
            </a:lvl7pPr>
            <a:lvl8pPr algn="l">
              <a:defRPr sz="4350" b="1" i="0">
                <a:solidFill>
                  <a:srgbClr val="17231D"/>
                </a:solidFill>
                <a:latin typeface="Arial"/>
                <a:ea typeface="Arial"/>
                <a:cs typeface="Arial"/>
              </a:defRPr>
            </a:lvl8pPr>
            <a:lvl9pPr algn="l">
              <a:defRPr sz="4350" b="1" i="0">
                <a:solidFill>
                  <a:srgbClr val="17231D"/>
                </a:solidFill>
                <a:latin typeface="Arial"/>
                <a:ea typeface="Arial"/>
                <a:cs typeface="Arial"/>
              </a:defRPr>
            </a:lvl9pPr>
          </a:lstStyle>
          <a:p>
            <a:pPr algn="l">
              <a:defRPr sz="4350" b="1" i="0">
                <a:solidFill>
                  <a:srgbClr val="17231D"/>
                </a:solidFill>
                <a:latin typeface="Arial"/>
                <a:ea typeface="Arial"/>
                <a:cs typeface="Arial"/>
              </a:defRPr>
            </a:pPr>
            <a:r>
              <a:rPr sz="4350" b="1" i="0">
                <a:solidFill>
                  <a:srgbClr val="17231D"/>
                </a:solidFill>
                <a:latin typeface="Arial"/>
                <a:ea typeface="Arial"/>
                <a:cs typeface="Arial"/>
              </a:rPr>
              <a:t>3 states</a:t>
            </a:r>
          </a:p>
        </p:txBody>
      </p:sp>
      <p:sp>
        <p:nvSpPr>
          <p:cNvPr id="13" name="Rectangle 12">
            <a:extLst>
              <a:ext uri="{FF2B5EF4-FFF2-40B4-BE49-F238E27FC236}">
                <a16:creationId xmlns:a16="http://schemas.microsoft.com/office/drawing/2014/main" id="{6E062E4D-502F-400D-B885-3272852C069A}"/>
              </a:ext>
            </a:extLst>
          </p:cNvPr>
          <p:cNvSpPr>
            <a:spLocks noGrp="1"/>
          </p:cNvSpPr>
          <p:nvPr/>
        </p:nvSpPr>
        <p:spPr>
          <a:xfrm>
            <a:off x="4457700" y="3743325"/>
            <a:ext cx="3086100" cy="514350"/>
          </a:xfrm>
          <a:prstGeom prst="rect">
            <a:avLst/>
          </a:prstGeom>
          <a:noFill/>
          <a:ln w="0">
            <a:noFill/>
            <a:prstDash val="solid"/>
          </a:ln>
        </p:spPr>
        <p:txBody>
          <a:bodyPr wrap="square" lIns="0" tIns="0" rIns="0" bIns="0" anchor="t">
            <a:noAutofit/>
          </a:bodyPr>
          <a:lstStyle>
            <a:defPPr algn="l">
              <a:defRPr sz="1425" b="1" i="0">
                <a:solidFill>
                  <a:srgbClr val="9FB5A7"/>
                </a:solidFill>
                <a:latin typeface="Arial"/>
                <a:ea typeface="Arial"/>
                <a:cs typeface="Arial"/>
              </a:defRPr>
            </a:defPPr>
            <a:lvl1pPr algn="l">
              <a:defRPr sz="1425" b="1" i="0">
                <a:solidFill>
                  <a:srgbClr val="9FB5A7"/>
                </a:solidFill>
                <a:latin typeface="Arial"/>
                <a:ea typeface="Arial"/>
                <a:cs typeface="Arial"/>
              </a:defRPr>
            </a:lvl1pPr>
            <a:lvl2pPr algn="l">
              <a:defRPr sz="1425" b="1" i="0">
                <a:solidFill>
                  <a:srgbClr val="9FB5A7"/>
                </a:solidFill>
                <a:latin typeface="Arial"/>
                <a:ea typeface="Arial"/>
                <a:cs typeface="Arial"/>
              </a:defRPr>
            </a:lvl2pPr>
            <a:lvl3pPr algn="l">
              <a:defRPr sz="1425" b="1" i="0">
                <a:solidFill>
                  <a:srgbClr val="9FB5A7"/>
                </a:solidFill>
                <a:latin typeface="Arial"/>
                <a:ea typeface="Arial"/>
                <a:cs typeface="Arial"/>
              </a:defRPr>
            </a:lvl3pPr>
            <a:lvl4pPr algn="l">
              <a:defRPr sz="1425" b="1" i="0">
                <a:solidFill>
                  <a:srgbClr val="9FB5A7"/>
                </a:solidFill>
                <a:latin typeface="Arial"/>
                <a:ea typeface="Arial"/>
                <a:cs typeface="Arial"/>
              </a:defRPr>
            </a:lvl4pPr>
            <a:lvl5pPr algn="l">
              <a:defRPr sz="1425" b="1" i="0">
                <a:solidFill>
                  <a:srgbClr val="9FB5A7"/>
                </a:solidFill>
                <a:latin typeface="Arial"/>
                <a:ea typeface="Arial"/>
                <a:cs typeface="Arial"/>
              </a:defRPr>
            </a:lvl5pPr>
            <a:lvl6pPr algn="l">
              <a:defRPr sz="1425" b="1" i="0">
                <a:solidFill>
                  <a:srgbClr val="9FB5A7"/>
                </a:solidFill>
                <a:latin typeface="Arial"/>
                <a:ea typeface="Arial"/>
                <a:cs typeface="Arial"/>
              </a:defRPr>
            </a:lvl6pPr>
            <a:lvl7pPr algn="l">
              <a:defRPr sz="1425" b="1" i="0">
                <a:solidFill>
                  <a:srgbClr val="9FB5A7"/>
                </a:solidFill>
                <a:latin typeface="Arial"/>
                <a:ea typeface="Arial"/>
                <a:cs typeface="Arial"/>
              </a:defRPr>
            </a:lvl7pPr>
            <a:lvl8pPr algn="l">
              <a:defRPr sz="1425" b="1" i="0">
                <a:solidFill>
                  <a:srgbClr val="9FB5A7"/>
                </a:solidFill>
                <a:latin typeface="Arial"/>
                <a:ea typeface="Arial"/>
                <a:cs typeface="Arial"/>
              </a:defRPr>
            </a:lvl8pPr>
            <a:lvl9pPr algn="l">
              <a:defRPr sz="1425" b="1" i="0">
                <a:solidFill>
                  <a:srgbClr val="9FB5A7"/>
                </a:solidFill>
                <a:latin typeface="Arial"/>
                <a:ea typeface="Arial"/>
                <a:cs typeface="Arial"/>
              </a:defRPr>
            </a:lvl9pPr>
          </a:lstStyle>
          <a:p>
            <a:pPr algn="l">
              <a:defRPr sz="1425" b="1" i="0">
                <a:solidFill>
                  <a:srgbClr val="9FB5A7"/>
                </a:solidFill>
                <a:latin typeface="Arial"/>
                <a:ea typeface="Arial"/>
                <a:cs typeface="Arial"/>
              </a:defRPr>
            </a:pPr>
            <a:r>
              <a:rPr sz="1425" b="1" i="0">
                <a:solidFill>
                  <a:srgbClr val="9FB5A7"/>
                </a:solidFill>
                <a:latin typeface="Arial"/>
                <a:ea typeface="Arial"/>
                <a:cs typeface="Arial"/>
              </a:rPr>
              <a:t>Empty · half-full · full</a:t>
            </a:r>
          </a:p>
        </p:txBody>
      </p:sp>
      <p:sp>
        <p:nvSpPr>
          <p:cNvPr id="14" name="Rectangle 13">
            <a:extLst>
              <a:ext uri="{FF2B5EF4-FFF2-40B4-BE49-F238E27FC236}">
                <a16:creationId xmlns:a16="http://schemas.microsoft.com/office/drawing/2014/main" id="{4639F747-596A-4E17-A8A4-528F6B3B966C}"/>
              </a:ext>
            </a:extLst>
          </p:cNvPr>
          <p:cNvSpPr>
            <a:spLocks noGrp="1"/>
          </p:cNvSpPr>
          <p:nvPr/>
        </p:nvSpPr>
        <p:spPr>
          <a:xfrm>
            <a:off x="4457700" y="4419600"/>
            <a:ext cx="3067050" cy="1219200"/>
          </a:xfrm>
          <a:prstGeom prst="rect">
            <a:avLst/>
          </a:prstGeom>
          <a:noFill/>
          <a:ln w="0">
            <a:noFill/>
            <a:prstDash val="solid"/>
          </a:ln>
        </p:spPr>
        <p:txBody>
          <a:bodyPr wrap="square" lIns="0" tIns="0" rIns="0" bIns="0" anchor="t">
            <a:noAutofit/>
          </a:bodyPr>
          <a:lstStyle>
            <a:defPPr algn="l">
              <a:defRPr sz="1500" b="0" i="0">
                <a:solidFill>
                  <a:srgbClr val="4E5B53"/>
                </a:solidFill>
                <a:latin typeface="Arial"/>
                <a:ea typeface="Arial"/>
                <a:cs typeface="Arial"/>
              </a:defRPr>
            </a:defPPr>
            <a:lvl1pPr algn="l">
              <a:defRPr sz="1500" b="0" i="0">
                <a:solidFill>
                  <a:srgbClr val="4E5B53"/>
                </a:solidFill>
                <a:latin typeface="Arial"/>
                <a:ea typeface="Arial"/>
                <a:cs typeface="Arial"/>
              </a:defRPr>
            </a:lvl1pPr>
            <a:lvl2pPr algn="l">
              <a:defRPr sz="1500" b="0" i="0">
                <a:solidFill>
                  <a:srgbClr val="4E5B53"/>
                </a:solidFill>
                <a:latin typeface="Arial"/>
                <a:ea typeface="Arial"/>
                <a:cs typeface="Arial"/>
              </a:defRPr>
            </a:lvl2pPr>
            <a:lvl3pPr algn="l">
              <a:defRPr sz="1500" b="0" i="0">
                <a:solidFill>
                  <a:srgbClr val="4E5B53"/>
                </a:solidFill>
                <a:latin typeface="Arial"/>
                <a:ea typeface="Arial"/>
                <a:cs typeface="Arial"/>
              </a:defRPr>
            </a:lvl3pPr>
            <a:lvl4pPr algn="l">
              <a:defRPr sz="1500" b="0" i="0">
                <a:solidFill>
                  <a:srgbClr val="4E5B53"/>
                </a:solidFill>
                <a:latin typeface="Arial"/>
                <a:ea typeface="Arial"/>
                <a:cs typeface="Arial"/>
              </a:defRPr>
            </a:lvl4pPr>
            <a:lvl5pPr algn="l">
              <a:defRPr sz="1500" b="0" i="0">
                <a:solidFill>
                  <a:srgbClr val="4E5B53"/>
                </a:solidFill>
                <a:latin typeface="Arial"/>
                <a:ea typeface="Arial"/>
                <a:cs typeface="Arial"/>
              </a:defRPr>
            </a:lvl5pPr>
            <a:lvl6pPr algn="l">
              <a:defRPr sz="1500" b="0" i="0">
                <a:solidFill>
                  <a:srgbClr val="4E5B53"/>
                </a:solidFill>
                <a:latin typeface="Arial"/>
                <a:ea typeface="Arial"/>
                <a:cs typeface="Arial"/>
              </a:defRPr>
            </a:lvl6pPr>
            <a:lvl7pPr algn="l">
              <a:defRPr sz="1500" b="0" i="0">
                <a:solidFill>
                  <a:srgbClr val="4E5B53"/>
                </a:solidFill>
                <a:latin typeface="Arial"/>
                <a:ea typeface="Arial"/>
                <a:cs typeface="Arial"/>
              </a:defRPr>
            </a:lvl7pPr>
            <a:lvl8pPr algn="l">
              <a:defRPr sz="1500" b="0" i="0">
                <a:solidFill>
                  <a:srgbClr val="4E5B53"/>
                </a:solidFill>
                <a:latin typeface="Arial"/>
                <a:ea typeface="Arial"/>
                <a:cs typeface="Arial"/>
              </a:defRPr>
            </a:lvl8pPr>
            <a:lvl9pPr algn="l">
              <a:defRPr sz="1500" b="0" i="0">
                <a:solidFill>
                  <a:srgbClr val="4E5B53"/>
                </a:solidFill>
                <a:latin typeface="Arial"/>
                <a:ea typeface="Arial"/>
                <a:cs typeface="Arial"/>
              </a:defRPr>
            </a:lvl9pPr>
          </a:lstStyle>
          <a:p>
            <a:pPr algn="l">
              <a:defRPr sz="1500" b="0" i="0">
                <a:solidFill>
                  <a:srgbClr val="4E5B53"/>
                </a:solidFill>
                <a:latin typeface="Arial"/>
                <a:ea typeface="Arial"/>
                <a:cs typeface="Arial"/>
              </a:defRPr>
            </a:pPr>
            <a:r>
              <a:rPr sz="1500" b="0" i="0">
                <a:solidFill>
                  <a:srgbClr val="4E5B53"/>
                </a:solidFill>
                <a:latin typeface="Arial"/>
                <a:ea typeface="Arial"/>
                <a:cs typeface="Arial"/>
              </a:rPr>
              <a:t>Timestamp fullness reports and check their accuracy before using them to plan municipal collection.</a:t>
            </a:r>
          </a:p>
        </p:txBody>
      </p:sp>
      <p:sp>
        <p:nvSpPr>
          <p:cNvPr id="15" name="Rectangle 14">
            <a:extLst>
              <a:ext uri="{FF2B5EF4-FFF2-40B4-BE49-F238E27FC236}">
                <a16:creationId xmlns:a16="http://schemas.microsoft.com/office/drawing/2014/main" id="{20904AAE-2168-4190-9C24-9DD3E43B6201}"/>
              </a:ext>
            </a:extLst>
          </p:cNvPr>
          <p:cNvSpPr>
            <a:spLocks noGrp="1"/>
          </p:cNvSpPr>
          <p:nvPr/>
        </p:nvSpPr>
        <p:spPr>
          <a:xfrm>
            <a:off x="8134350" y="2190750"/>
            <a:ext cx="571500" cy="47625"/>
          </a:xfrm>
          <a:prstGeom prst="rect">
            <a:avLst/>
          </a:prstGeom>
          <a:solidFill>
            <a:srgbClr val="D4AD78"/>
          </a:solidFill>
          <a:ln w="0">
            <a:noFill/>
            <a:prstDash val="solid"/>
          </a:ln>
        </p:spPr>
      </p:sp>
      <p:sp>
        <p:nvSpPr>
          <p:cNvPr id="16" name="Rectangle 15">
            <a:extLst>
              <a:ext uri="{FF2B5EF4-FFF2-40B4-BE49-F238E27FC236}">
                <a16:creationId xmlns:a16="http://schemas.microsoft.com/office/drawing/2014/main" id="{856883DC-4CC2-4B47-B4CF-A6A462E0DE4D}"/>
              </a:ext>
            </a:extLst>
          </p:cNvPr>
          <p:cNvSpPr>
            <a:spLocks noGrp="1"/>
          </p:cNvSpPr>
          <p:nvPr/>
        </p:nvSpPr>
        <p:spPr>
          <a:xfrm>
            <a:off x="8134350" y="2419350"/>
            <a:ext cx="3105150" cy="228600"/>
          </a:xfrm>
          <a:prstGeom prst="rect">
            <a:avLst/>
          </a:prstGeom>
          <a:noFill/>
          <a:ln w="0">
            <a:noFill/>
            <a:prstDash val="solid"/>
          </a:ln>
        </p:spPr>
        <p:txBody>
          <a:bodyPr wrap="square" lIns="0" tIns="0" rIns="0" bIns="0" anchor="t">
            <a:noAutofit/>
          </a:bodyPr>
          <a:lstStyle>
            <a:defPPr algn="l">
              <a:defRPr sz="1200" b="1" i="0">
                <a:solidFill>
                  <a:srgbClr val="737B71"/>
                </a:solidFill>
                <a:latin typeface="Arial"/>
                <a:ea typeface="Arial"/>
                <a:cs typeface="Arial"/>
              </a:defRPr>
            </a:defPPr>
            <a:lvl1pPr algn="l">
              <a:defRPr sz="1200" b="1" i="0">
                <a:solidFill>
                  <a:srgbClr val="737B71"/>
                </a:solidFill>
                <a:latin typeface="Arial"/>
                <a:ea typeface="Arial"/>
                <a:cs typeface="Arial"/>
              </a:defRPr>
            </a:lvl1pPr>
            <a:lvl2pPr algn="l">
              <a:defRPr sz="1200" b="1" i="0">
                <a:solidFill>
                  <a:srgbClr val="737B71"/>
                </a:solidFill>
                <a:latin typeface="Arial"/>
                <a:ea typeface="Arial"/>
                <a:cs typeface="Arial"/>
              </a:defRPr>
            </a:lvl2pPr>
            <a:lvl3pPr algn="l">
              <a:defRPr sz="1200" b="1" i="0">
                <a:solidFill>
                  <a:srgbClr val="737B71"/>
                </a:solidFill>
                <a:latin typeface="Arial"/>
                <a:ea typeface="Arial"/>
                <a:cs typeface="Arial"/>
              </a:defRPr>
            </a:lvl3pPr>
            <a:lvl4pPr algn="l">
              <a:defRPr sz="1200" b="1" i="0">
                <a:solidFill>
                  <a:srgbClr val="737B71"/>
                </a:solidFill>
                <a:latin typeface="Arial"/>
                <a:ea typeface="Arial"/>
                <a:cs typeface="Arial"/>
              </a:defRPr>
            </a:lvl4pPr>
            <a:lvl5pPr algn="l">
              <a:defRPr sz="1200" b="1" i="0">
                <a:solidFill>
                  <a:srgbClr val="737B71"/>
                </a:solidFill>
                <a:latin typeface="Arial"/>
                <a:ea typeface="Arial"/>
                <a:cs typeface="Arial"/>
              </a:defRPr>
            </a:lvl5pPr>
            <a:lvl6pPr algn="l">
              <a:defRPr sz="1200" b="1" i="0">
                <a:solidFill>
                  <a:srgbClr val="737B71"/>
                </a:solidFill>
                <a:latin typeface="Arial"/>
                <a:ea typeface="Arial"/>
                <a:cs typeface="Arial"/>
              </a:defRPr>
            </a:lvl6pPr>
            <a:lvl7pPr algn="l">
              <a:defRPr sz="1200" b="1" i="0">
                <a:solidFill>
                  <a:srgbClr val="737B71"/>
                </a:solidFill>
                <a:latin typeface="Arial"/>
                <a:ea typeface="Arial"/>
                <a:cs typeface="Arial"/>
              </a:defRPr>
            </a:lvl7pPr>
            <a:lvl8pPr algn="l">
              <a:defRPr sz="1200" b="1" i="0">
                <a:solidFill>
                  <a:srgbClr val="737B71"/>
                </a:solidFill>
                <a:latin typeface="Arial"/>
                <a:ea typeface="Arial"/>
                <a:cs typeface="Arial"/>
              </a:defRPr>
            </a:lvl8pPr>
            <a:lvl9pPr algn="l">
              <a:defRPr sz="1200" b="1" i="0">
                <a:solidFill>
                  <a:srgbClr val="737B71"/>
                </a:solidFill>
                <a:latin typeface="Arial"/>
                <a:ea typeface="Arial"/>
                <a:cs typeface="Arial"/>
              </a:defRPr>
            </a:lvl9pPr>
          </a:lstStyle>
          <a:p>
            <a:pPr algn="l">
              <a:defRPr sz="1200" b="1" i="0">
                <a:solidFill>
                  <a:srgbClr val="737B71"/>
                </a:solidFill>
                <a:latin typeface="Arial"/>
                <a:ea typeface="Arial"/>
                <a:cs typeface="Arial"/>
              </a:defRPr>
            </a:pPr>
            <a:r>
              <a:rPr sz="1200" b="1" i="0">
                <a:solidFill>
                  <a:srgbClr val="737B71"/>
                </a:solidFill>
                <a:latin typeface="Arial"/>
                <a:ea typeface="Arial"/>
                <a:cs typeface="Arial"/>
              </a:rPr>
              <a:t>RESIDUAL ENERGY</a:t>
            </a:r>
          </a:p>
        </p:txBody>
      </p:sp>
      <p:sp>
        <p:nvSpPr>
          <p:cNvPr id="17" name="Rectangle 16">
            <a:extLst>
              <a:ext uri="{FF2B5EF4-FFF2-40B4-BE49-F238E27FC236}">
                <a16:creationId xmlns:a16="http://schemas.microsoft.com/office/drawing/2014/main" id="{4038EB1D-BB75-4293-B600-E5559A7927D7}"/>
              </a:ext>
            </a:extLst>
          </p:cNvPr>
          <p:cNvSpPr>
            <a:spLocks noGrp="1"/>
          </p:cNvSpPr>
          <p:nvPr/>
        </p:nvSpPr>
        <p:spPr>
          <a:xfrm>
            <a:off x="8134350" y="2857500"/>
            <a:ext cx="3105150" cy="819150"/>
          </a:xfrm>
          <a:prstGeom prst="rect">
            <a:avLst/>
          </a:prstGeom>
          <a:noFill/>
          <a:ln w="0">
            <a:noFill/>
            <a:prstDash val="solid"/>
          </a:ln>
        </p:spPr>
        <p:txBody>
          <a:bodyPr wrap="square" lIns="0" tIns="0" rIns="0" bIns="0" anchor="t">
            <a:noAutofit/>
          </a:bodyPr>
          <a:lstStyle>
            <a:defPPr algn="l">
              <a:defRPr sz="4350" b="1" i="0">
                <a:solidFill>
                  <a:srgbClr val="17231D"/>
                </a:solidFill>
                <a:latin typeface="Arial"/>
                <a:ea typeface="Arial"/>
                <a:cs typeface="Arial"/>
              </a:defRPr>
            </a:defPPr>
            <a:lvl1pPr algn="l">
              <a:defRPr sz="4350" b="1" i="0">
                <a:solidFill>
                  <a:srgbClr val="17231D"/>
                </a:solidFill>
                <a:latin typeface="Arial"/>
                <a:ea typeface="Arial"/>
                <a:cs typeface="Arial"/>
              </a:defRPr>
            </a:lvl1pPr>
            <a:lvl2pPr algn="l">
              <a:defRPr sz="4350" b="1" i="0">
                <a:solidFill>
                  <a:srgbClr val="17231D"/>
                </a:solidFill>
                <a:latin typeface="Arial"/>
                <a:ea typeface="Arial"/>
                <a:cs typeface="Arial"/>
              </a:defRPr>
            </a:lvl2pPr>
            <a:lvl3pPr algn="l">
              <a:defRPr sz="4350" b="1" i="0">
                <a:solidFill>
                  <a:srgbClr val="17231D"/>
                </a:solidFill>
                <a:latin typeface="Arial"/>
                <a:ea typeface="Arial"/>
                <a:cs typeface="Arial"/>
              </a:defRPr>
            </a:lvl3pPr>
            <a:lvl4pPr algn="l">
              <a:defRPr sz="4350" b="1" i="0">
                <a:solidFill>
                  <a:srgbClr val="17231D"/>
                </a:solidFill>
                <a:latin typeface="Arial"/>
                <a:ea typeface="Arial"/>
                <a:cs typeface="Arial"/>
              </a:defRPr>
            </a:lvl4pPr>
            <a:lvl5pPr algn="l">
              <a:defRPr sz="4350" b="1" i="0">
                <a:solidFill>
                  <a:srgbClr val="17231D"/>
                </a:solidFill>
                <a:latin typeface="Arial"/>
                <a:ea typeface="Arial"/>
                <a:cs typeface="Arial"/>
              </a:defRPr>
            </a:lvl5pPr>
            <a:lvl6pPr algn="l">
              <a:defRPr sz="4350" b="1" i="0">
                <a:solidFill>
                  <a:srgbClr val="17231D"/>
                </a:solidFill>
                <a:latin typeface="Arial"/>
                <a:ea typeface="Arial"/>
                <a:cs typeface="Arial"/>
              </a:defRPr>
            </a:lvl6pPr>
            <a:lvl7pPr algn="l">
              <a:defRPr sz="4350" b="1" i="0">
                <a:solidFill>
                  <a:srgbClr val="17231D"/>
                </a:solidFill>
                <a:latin typeface="Arial"/>
                <a:ea typeface="Arial"/>
                <a:cs typeface="Arial"/>
              </a:defRPr>
            </a:lvl7pPr>
            <a:lvl8pPr algn="l">
              <a:defRPr sz="4350" b="1" i="0">
                <a:solidFill>
                  <a:srgbClr val="17231D"/>
                </a:solidFill>
                <a:latin typeface="Arial"/>
                <a:ea typeface="Arial"/>
                <a:cs typeface="Arial"/>
              </a:defRPr>
            </a:lvl8pPr>
            <a:lvl9pPr algn="l">
              <a:defRPr sz="4350" b="1" i="0">
                <a:solidFill>
                  <a:srgbClr val="17231D"/>
                </a:solidFill>
                <a:latin typeface="Arial"/>
                <a:ea typeface="Arial"/>
                <a:cs typeface="Arial"/>
              </a:defRPr>
            </a:lvl9pPr>
          </a:lstStyle>
          <a:p>
            <a:pPr algn="l">
              <a:defRPr sz="4350" b="1" i="0">
                <a:solidFill>
                  <a:srgbClr val="17231D"/>
                </a:solidFill>
                <a:latin typeface="Arial"/>
                <a:ea typeface="Arial"/>
                <a:cs typeface="Arial"/>
              </a:defRPr>
            </a:pPr>
            <a:r>
              <a:rPr sz="4350" b="1" i="0">
                <a:solidFill>
                  <a:srgbClr val="17231D"/>
                </a:solidFill>
                <a:latin typeface="Arial"/>
                <a:ea typeface="Arial"/>
                <a:cs typeface="Arial"/>
              </a:rPr>
              <a:t>kg / MWh</a:t>
            </a:r>
          </a:p>
        </p:txBody>
      </p:sp>
      <p:sp>
        <p:nvSpPr>
          <p:cNvPr id="18" name="Rectangle 17">
            <a:extLst>
              <a:ext uri="{FF2B5EF4-FFF2-40B4-BE49-F238E27FC236}">
                <a16:creationId xmlns:a16="http://schemas.microsoft.com/office/drawing/2014/main" id="{2D06AD2F-C000-4E9F-BC9C-F0BF2606C108}"/>
              </a:ext>
            </a:extLst>
          </p:cNvPr>
          <p:cNvSpPr>
            <a:spLocks noGrp="1"/>
          </p:cNvSpPr>
          <p:nvPr/>
        </p:nvSpPr>
        <p:spPr>
          <a:xfrm>
            <a:off x="8134350" y="3743325"/>
            <a:ext cx="3086100" cy="514350"/>
          </a:xfrm>
          <a:prstGeom prst="rect">
            <a:avLst/>
          </a:prstGeom>
          <a:noFill/>
          <a:ln w="0">
            <a:noFill/>
            <a:prstDash val="solid"/>
          </a:ln>
        </p:spPr>
        <p:txBody>
          <a:bodyPr wrap="square" lIns="0" tIns="0" rIns="0" bIns="0" anchor="t">
            <a:noAutofit/>
          </a:bodyPr>
          <a:lstStyle>
            <a:defPPr algn="l">
              <a:defRPr sz="1425" b="1" i="0">
                <a:solidFill>
                  <a:srgbClr val="D4AD78"/>
                </a:solidFill>
                <a:latin typeface="Arial"/>
                <a:ea typeface="Arial"/>
                <a:cs typeface="Arial"/>
              </a:defRPr>
            </a:defPPr>
            <a:lvl1pPr algn="l">
              <a:defRPr sz="1425" b="1" i="0">
                <a:solidFill>
                  <a:srgbClr val="D4AD78"/>
                </a:solidFill>
                <a:latin typeface="Arial"/>
                <a:ea typeface="Arial"/>
                <a:cs typeface="Arial"/>
              </a:defRPr>
            </a:lvl1pPr>
            <a:lvl2pPr algn="l">
              <a:defRPr sz="1425" b="1" i="0">
                <a:solidFill>
                  <a:srgbClr val="D4AD78"/>
                </a:solidFill>
                <a:latin typeface="Arial"/>
                <a:ea typeface="Arial"/>
                <a:cs typeface="Arial"/>
              </a:defRPr>
            </a:lvl2pPr>
            <a:lvl3pPr algn="l">
              <a:defRPr sz="1425" b="1" i="0">
                <a:solidFill>
                  <a:srgbClr val="D4AD78"/>
                </a:solidFill>
                <a:latin typeface="Arial"/>
                <a:ea typeface="Arial"/>
                <a:cs typeface="Arial"/>
              </a:defRPr>
            </a:lvl3pPr>
            <a:lvl4pPr algn="l">
              <a:defRPr sz="1425" b="1" i="0">
                <a:solidFill>
                  <a:srgbClr val="D4AD78"/>
                </a:solidFill>
                <a:latin typeface="Arial"/>
                <a:ea typeface="Arial"/>
                <a:cs typeface="Arial"/>
              </a:defRPr>
            </a:lvl4pPr>
            <a:lvl5pPr algn="l">
              <a:defRPr sz="1425" b="1" i="0">
                <a:solidFill>
                  <a:srgbClr val="D4AD78"/>
                </a:solidFill>
                <a:latin typeface="Arial"/>
                <a:ea typeface="Arial"/>
                <a:cs typeface="Arial"/>
              </a:defRPr>
            </a:lvl5pPr>
            <a:lvl6pPr algn="l">
              <a:defRPr sz="1425" b="1" i="0">
                <a:solidFill>
                  <a:srgbClr val="D4AD78"/>
                </a:solidFill>
                <a:latin typeface="Arial"/>
                <a:ea typeface="Arial"/>
                <a:cs typeface="Arial"/>
              </a:defRPr>
            </a:lvl6pPr>
            <a:lvl7pPr algn="l">
              <a:defRPr sz="1425" b="1" i="0">
                <a:solidFill>
                  <a:srgbClr val="D4AD78"/>
                </a:solidFill>
                <a:latin typeface="Arial"/>
                <a:ea typeface="Arial"/>
                <a:cs typeface="Arial"/>
              </a:defRPr>
            </a:lvl7pPr>
            <a:lvl8pPr algn="l">
              <a:defRPr sz="1425" b="1" i="0">
                <a:solidFill>
                  <a:srgbClr val="D4AD78"/>
                </a:solidFill>
                <a:latin typeface="Arial"/>
                <a:ea typeface="Arial"/>
                <a:cs typeface="Arial"/>
              </a:defRPr>
            </a:lvl8pPr>
            <a:lvl9pPr algn="l">
              <a:defRPr sz="1425" b="1" i="0">
                <a:solidFill>
                  <a:srgbClr val="D4AD78"/>
                </a:solidFill>
                <a:latin typeface="Arial"/>
                <a:ea typeface="Arial"/>
                <a:cs typeface="Arial"/>
              </a:defRPr>
            </a:lvl9pPr>
          </a:lstStyle>
          <a:p>
            <a:pPr algn="l">
              <a:defRPr sz="1425" b="1" i="0">
                <a:solidFill>
                  <a:srgbClr val="D4AD78"/>
                </a:solidFill>
                <a:latin typeface="Arial"/>
                <a:ea typeface="Arial"/>
                <a:cs typeface="Arial"/>
              </a:defRPr>
            </a:pPr>
            <a:r>
              <a:rPr sz="1425" b="1" i="0">
                <a:solidFill>
                  <a:srgbClr val="D4AD78"/>
                </a:solidFill>
                <a:latin typeface="Arial"/>
                <a:ea typeface="Arial"/>
                <a:cs typeface="Arial"/>
              </a:rPr>
              <a:t>Measure only after a waste audit</a:t>
            </a:r>
          </a:p>
        </p:txBody>
      </p:sp>
      <p:sp>
        <p:nvSpPr>
          <p:cNvPr id="19" name="Rectangle 18">
            <a:extLst>
              <a:ext uri="{FF2B5EF4-FFF2-40B4-BE49-F238E27FC236}">
                <a16:creationId xmlns:a16="http://schemas.microsoft.com/office/drawing/2014/main" id="{D296463B-E3F7-40CC-B61C-B00CA3BB8FB5}"/>
              </a:ext>
            </a:extLst>
          </p:cNvPr>
          <p:cNvSpPr>
            <a:spLocks noGrp="1"/>
          </p:cNvSpPr>
          <p:nvPr/>
        </p:nvSpPr>
        <p:spPr>
          <a:xfrm>
            <a:off x="8134350" y="4419600"/>
            <a:ext cx="3067050" cy="1219200"/>
          </a:xfrm>
          <a:prstGeom prst="rect">
            <a:avLst/>
          </a:prstGeom>
          <a:noFill/>
          <a:ln w="0">
            <a:noFill/>
            <a:prstDash val="solid"/>
          </a:ln>
        </p:spPr>
        <p:txBody>
          <a:bodyPr wrap="square" lIns="0" tIns="0" rIns="0" bIns="0" anchor="t">
            <a:noAutofit/>
          </a:bodyPr>
          <a:lstStyle>
            <a:defPPr algn="l">
              <a:defRPr sz="1500" b="0" i="0">
                <a:solidFill>
                  <a:srgbClr val="4E5B53"/>
                </a:solidFill>
                <a:latin typeface="Arial"/>
                <a:ea typeface="Arial"/>
                <a:cs typeface="Arial"/>
              </a:defRPr>
            </a:defPPr>
            <a:lvl1pPr algn="l">
              <a:defRPr sz="1500" b="0" i="0">
                <a:solidFill>
                  <a:srgbClr val="4E5B53"/>
                </a:solidFill>
                <a:latin typeface="Arial"/>
                <a:ea typeface="Arial"/>
                <a:cs typeface="Arial"/>
              </a:defRPr>
            </a:lvl1pPr>
            <a:lvl2pPr algn="l">
              <a:defRPr sz="1500" b="0" i="0">
                <a:solidFill>
                  <a:srgbClr val="4E5B53"/>
                </a:solidFill>
                <a:latin typeface="Arial"/>
                <a:ea typeface="Arial"/>
                <a:cs typeface="Arial"/>
              </a:defRPr>
            </a:lvl2pPr>
            <a:lvl3pPr algn="l">
              <a:defRPr sz="1500" b="0" i="0">
                <a:solidFill>
                  <a:srgbClr val="4E5B53"/>
                </a:solidFill>
                <a:latin typeface="Arial"/>
                <a:ea typeface="Arial"/>
                <a:cs typeface="Arial"/>
              </a:defRPr>
            </a:lvl3pPr>
            <a:lvl4pPr algn="l">
              <a:defRPr sz="1500" b="0" i="0">
                <a:solidFill>
                  <a:srgbClr val="4E5B53"/>
                </a:solidFill>
                <a:latin typeface="Arial"/>
                <a:ea typeface="Arial"/>
                <a:cs typeface="Arial"/>
              </a:defRPr>
            </a:lvl4pPr>
            <a:lvl5pPr algn="l">
              <a:defRPr sz="1500" b="0" i="0">
                <a:solidFill>
                  <a:srgbClr val="4E5B53"/>
                </a:solidFill>
                <a:latin typeface="Arial"/>
                <a:ea typeface="Arial"/>
                <a:cs typeface="Arial"/>
              </a:defRPr>
            </a:lvl5pPr>
            <a:lvl6pPr algn="l">
              <a:defRPr sz="1500" b="0" i="0">
                <a:solidFill>
                  <a:srgbClr val="4E5B53"/>
                </a:solidFill>
                <a:latin typeface="Arial"/>
                <a:ea typeface="Arial"/>
                <a:cs typeface="Arial"/>
              </a:defRPr>
            </a:lvl6pPr>
            <a:lvl7pPr algn="l">
              <a:defRPr sz="1500" b="0" i="0">
                <a:solidFill>
                  <a:srgbClr val="4E5B53"/>
                </a:solidFill>
                <a:latin typeface="Arial"/>
                <a:ea typeface="Arial"/>
                <a:cs typeface="Arial"/>
              </a:defRPr>
            </a:lvl7pPr>
            <a:lvl8pPr algn="l">
              <a:defRPr sz="1500" b="0" i="0">
                <a:solidFill>
                  <a:srgbClr val="4E5B53"/>
                </a:solidFill>
                <a:latin typeface="Arial"/>
                <a:ea typeface="Arial"/>
                <a:cs typeface="Arial"/>
              </a:defRPr>
            </a:lvl8pPr>
            <a:lvl9pPr algn="l">
              <a:defRPr sz="1500" b="0" i="0">
                <a:solidFill>
                  <a:srgbClr val="4E5B53"/>
                </a:solidFill>
                <a:latin typeface="Arial"/>
                <a:ea typeface="Arial"/>
                <a:cs typeface="Arial"/>
              </a:defRPr>
            </a:lvl9pPr>
          </a:lstStyle>
          <a:p>
            <a:pPr algn="l">
              <a:defRPr sz="1500" b="0" i="0">
                <a:solidFill>
                  <a:srgbClr val="4E5B53"/>
                </a:solidFill>
                <a:latin typeface="Arial"/>
                <a:ea typeface="Arial"/>
                <a:cs typeface="Arial"/>
              </a:defRPr>
            </a:pPr>
            <a:r>
              <a:rPr sz="1500" b="0" i="0">
                <a:solidFill>
                  <a:srgbClr val="4E5B53"/>
                </a:solidFill>
                <a:latin typeface="Arial"/>
                <a:ea typeface="Arial"/>
                <a:cs typeface="Arial"/>
              </a:rPr>
              <a:t>Measure recovered materials first. Quantify any residual energy only after a Skopje waste and energy baseline exists.</a:t>
            </a:r>
          </a:p>
        </p:txBody>
      </p:sp>
      <p:sp>
        <p:nvSpPr>
          <p:cNvPr id="20" name="Rectangle 19">
            <a:extLst>
              <a:ext uri="{FF2B5EF4-FFF2-40B4-BE49-F238E27FC236}">
                <a16:creationId xmlns:a16="http://schemas.microsoft.com/office/drawing/2014/main" id="{E6363CC0-78DB-4EF9-95ED-D50C14C6A20A}"/>
              </a:ext>
            </a:extLst>
          </p:cNvPr>
          <p:cNvSpPr>
            <a:spLocks noGrp="1"/>
          </p:cNvSpPr>
          <p:nvPr/>
        </p:nvSpPr>
        <p:spPr>
          <a:xfrm>
            <a:off x="4171950" y="2238375"/>
            <a:ext cx="9525" cy="3362325"/>
          </a:xfrm>
          <a:prstGeom prst="rect">
            <a:avLst/>
          </a:prstGeom>
          <a:solidFill>
            <a:srgbClr val="DDDED3"/>
          </a:solidFill>
          <a:ln w="0">
            <a:noFill/>
            <a:prstDash val="solid"/>
          </a:ln>
        </p:spPr>
      </p:sp>
      <p:sp>
        <p:nvSpPr>
          <p:cNvPr id="21" name="Rectangle 20">
            <a:extLst>
              <a:ext uri="{FF2B5EF4-FFF2-40B4-BE49-F238E27FC236}">
                <a16:creationId xmlns:a16="http://schemas.microsoft.com/office/drawing/2014/main" id="{91C5FDB0-1F21-45AF-B3B8-882BBB2AD0B2}"/>
              </a:ext>
            </a:extLst>
          </p:cNvPr>
          <p:cNvSpPr>
            <a:spLocks noGrp="1"/>
          </p:cNvSpPr>
          <p:nvPr/>
        </p:nvSpPr>
        <p:spPr>
          <a:xfrm>
            <a:off x="7848600" y="2238375"/>
            <a:ext cx="9525" cy="3362325"/>
          </a:xfrm>
          <a:prstGeom prst="rect">
            <a:avLst/>
          </a:prstGeom>
          <a:solidFill>
            <a:srgbClr val="DDDED3"/>
          </a:solidFill>
          <a:ln w="0">
            <a:noFill/>
            <a:prstDash val="solid"/>
          </a:ln>
        </p:spPr>
      </p:sp>
      <p:sp>
        <p:nvSpPr>
          <p:cNvPr id="22" name="Rectangle 21">
            <a:extLst>
              <a:ext uri="{FF2B5EF4-FFF2-40B4-BE49-F238E27FC236}">
                <a16:creationId xmlns:a16="http://schemas.microsoft.com/office/drawing/2014/main" id="{DC22FD7D-72AD-4496-AE28-3AF2C1270714}"/>
              </a:ext>
            </a:extLst>
          </p:cNvPr>
          <p:cNvSpPr>
            <a:spLocks noGrp="1"/>
          </p:cNvSpPr>
          <p:nvPr/>
        </p:nvSpPr>
        <p:spPr>
          <a:xfrm>
            <a:off x="781050" y="5857875"/>
            <a:ext cx="9810750" cy="333375"/>
          </a:xfrm>
          <a:prstGeom prst="rect">
            <a:avLst/>
          </a:prstGeom>
          <a:noFill/>
          <a:ln w="0">
            <a:noFill/>
            <a:prstDash val="solid"/>
          </a:ln>
        </p:spPr>
        <p:txBody>
          <a:bodyPr wrap="square" lIns="0" tIns="0" rIns="0" bIns="0" anchor="t">
            <a:noAutofit/>
          </a:bodyPr>
          <a:lstStyle>
            <a:defPPr algn="l">
              <a:defRPr sz="1275" b="0" i="0">
                <a:solidFill>
                  <a:srgbClr val="737B71"/>
                </a:solidFill>
                <a:latin typeface="Arial"/>
                <a:ea typeface="Arial"/>
                <a:cs typeface="Arial"/>
              </a:defRPr>
            </a:defPPr>
            <a:lvl1pPr algn="l">
              <a:defRPr sz="1275" b="0" i="0">
                <a:solidFill>
                  <a:srgbClr val="737B71"/>
                </a:solidFill>
                <a:latin typeface="Arial"/>
                <a:ea typeface="Arial"/>
                <a:cs typeface="Arial"/>
              </a:defRPr>
            </a:lvl1pPr>
            <a:lvl2pPr algn="l">
              <a:defRPr sz="1275" b="0" i="0">
                <a:solidFill>
                  <a:srgbClr val="737B71"/>
                </a:solidFill>
                <a:latin typeface="Arial"/>
                <a:ea typeface="Arial"/>
                <a:cs typeface="Arial"/>
              </a:defRPr>
            </a:lvl2pPr>
            <a:lvl3pPr algn="l">
              <a:defRPr sz="1275" b="0" i="0">
                <a:solidFill>
                  <a:srgbClr val="737B71"/>
                </a:solidFill>
                <a:latin typeface="Arial"/>
                <a:ea typeface="Arial"/>
                <a:cs typeface="Arial"/>
              </a:defRPr>
            </a:lvl3pPr>
            <a:lvl4pPr algn="l">
              <a:defRPr sz="1275" b="0" i="0">
                <a:solidFill>
                  <a:srgbClr val="737B71"/>
                </a:solidFill>
                <a:latin typeface="Arial"/>
                <a:ea typeface="Arial"/>
                <a:cs typeface="Arial"/>
              </a:defRPr>
            </a:lvl4pPr>
            <a:lvl5pPr algn="l">
              <a:defRPr sz="1275" b="0" i="0">
                <a:solidFill>
                  <a:srgbClr val="737B71"/>
                </a:solidFill>
                <a:latin typeface="Arial"/>
                <a:ea typeface="Arial"/>
                <a:cs typeface="Arial"/>
              </a:defRPr>
            </a:lvl5pPr>
            <a:lvl6pPr algn="l">
              <a:defRPr sz="1275" b="0" i="0">
                <a:solidFill>
                  <a:srgbClr val="737B71"/>
                </a:solidFill>
                <a:latin typeface="Arial"/>
                <a:ea typeface="Arial"/>
                <a:cs typeface="Arial"/>
              </a:defRPr>
            </a:lvl6pPr>
            <a:lvl7pPr algn="l">
              <a:defRPr sz="1275" b="0" i="0">
                <a:solidFill>
                  <a:srgbClr val="737B71"/>
                </a:solidFill>
                <a:latin typeface="Arial"/>
                <a:ea typeface="Arial"/>
                <a:cs typeface="Arial"/>
              </a:defRPr>
            </a:lvl7pPr>
            <a:lvl8pPr algn="l">
              <a:defRPr sz="1275" b="0" i="0">
                <a:solidFill>
                  <a:srgbClr val="737B71"/>
                </a:solidFill>
                <a:latin typeface="Arial"/>
                <a:ea typeface="Arial"/>
                <a:cs typeface="Arial"/>
              </a:defRPr>
            </a:lvl8pPr>
            <a:lvl9pPr algn="l">
              <a:defRPr sz="1275" b="0" i="0">
                <a:solidFill>
                  <a:srgbClr val="737B71"/>
                </a:solidFill>
                <a:latin typeface="Arial"/>
                <a:ea typeface="Arial"/>
                <a:cs typeface="Arial"/>
              </a:defRPr>
            </a:lvl9pPr>
          </a:lstStyle>
          <a:p>
            <a:pPr algn="l">
              <a:defRPr sz="1275" b="0" i="0">
                <a:solidFill>
                  <a:srgbClr val="737B71"/>
                </a:solidFill>
                <a:latin typeface="Arial"/>
                <a:ea typeface="Arial"/>
                <a:cs typeface="Arial"/>
              </a:defRPr>
            </a:pPr>
            <a:r>
              <a:rPr sz="1275" b="0" i="0">
                <a:solidFill>
                  <a:srgbClr val="737B71"/>
                </a:solidFill>
                <a:latin typeface="Arial"/>
                <a:ea typeface="Arial"/>
                <a:cs typeface="Arial"/>
              </a:rPr>
              <a:t>Set a verified baseline before claiming landfill diversion, carbon savings or energy autonomy.</a:t>
            </a:r>
          </a:p>
        </p:txBody>
      </p:sp>
    </p:spTree>
    <p:extLst>
      <p:ext uri="{BB962C8B-B14F-4D97-AF65-F5344CB8AC3E}">
        <p14:creationId xmlns:p14="http://schemas.microsoft.com/office/powerpoint/2010/main" val="1374426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4EC"/>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CB84300-7098-4A97-B7D7-A87DCB9FCB27}"/>
              </a:ext>
            </a:extLst>
          </p:cNvPr>
          <p:cNvSpPr>
            <a:spLocks noGrp="1"/>
          </p:cNvSpPr>
          <p:nvPr/>
        </p:nvSpPr>
        <p:spPr>
          <a:xfrm>
            <a:off x="723900" y="590550"/>
            <a:ext cx="10744200" cy="590550"/>
          </a:xfrm>
          <a:prstGeom prst="rect">
            <a:avLst/>
          </a:prstGeom>
          <a:noFill/>
          <a:ln w="0">
            <a:noFill/>
            <a:prstDash val="solid"/>
          </a:ln>
        </p:spPr>
        <p:txBody>
          <a:bodyPr wrap="square" lIns="0" tIns="0" rIns="0" bIns="0" anchor="t">
            <a:noAutofit/>
          </a:bodyPr>
          <a:lstStyle>
            <a:defPPr algn="l">
              <a:defRPr sz="3450" b="1" i="0">
                <a:solidFill>
                  <a:srgbClr val="17231D"/>
                </a:solidFill>
                <a:latin typeface="Arial"/>
                <a:ea typeface="Arial"/>
                <a:cs typeface="Arial"/>
              </a:defRPr>
            </a:defPPr>
            <a:lvl1pPr algn="l">
              <a:defRPr sz="3450" b="1" i="0">
                <a:solidFill>
                  <a:srgbClr val="17231D"/>
                </a:solidFill>
                <a:latin typeface="Arial"/>
                <a:ea typeface="Arial"/>
                <a:cs typeface="Arial"/>
              </a:defRPr>
            </a:lvl1pPr>
            <a:lvl2pPr algn="l">
              <a:defRPr sz="3450" b="1" i="0">
                <a:solidFill>
                  <a:srgbClr val="17231D"/>
                </a:solidFill>
                <a:latin typeface="Arial"/>
                <a:ea typeface="Arial"/>
                <a:cs typeface="Arial"/>
              </a:defRPr>
            </a:lvl2pPr>
            <a:lvl3pPr algn="l">
              <a:defRPr sz="3450" b="1" i="0">
                <a:solidFill>
                  <a:srgbClr val="17231D"/>
                </a:solidFill>
                <a:latin typeface="Arial"/>
                <a:ea typeface="Arial"/>
                <a:cs typeface="Arial"/>
              </a:defRPr>
            </a:lvl3pPr>
            <a:lvl4pPr algn="l">
              <a:defRPr sz="3450" b="1" i="0">
                <a:solidFill>
                  <a:srgbClr val="17231D"/>
                </a:solidFill>
                <a:latin typeface="Arial"/>
                <a:ea typeface="Arial"/>
                <a:cs typeface="Arial"/>
              </a:defRPr>
            </a:lvl4pPr>
            <a:lvl5pPr algn="l">
              <a:defRPr sz="3450" b="1" i="0">
                <a:solidFill>
                  <a:srgbClr val="17231D"/>
                </a:solidFill>
                <a:latin typeface="Arial"/>
                <a:ea typeface="Arial"/>
                <a:cs typeface="Arial"/>
              </a:defRPr>
            </a:lvl5pPr>
            <a:lvl6pPr algn="l">
              <a:defRPr sz="3450" b="1" i="0">
                <a:solidFill>
                  <a:srgbClr val="17231D"/>
                </a:solidFill>
                <a:latin typeface="Arial"/>
                <a:ea typeface="Arial"/>
                <a:cs typeface="Arial"/>
              </a:defRPr>
            </a:lvl6pPr>
            <a:lvl7pPr algn="l">
              <a:defRPr sz="3450" b="1" i="0">
                <a:solidFill>
                  <a:srgbClr val="17231D"/>
                </a:solidFill>
                <a:latin typeface="Arial"/>
                <a:ea typeface="Arial"/>
                <a:cs typeface="Arial"/>
              </a:defRPr>
            </a:lvl7pPr>
            <a:lvl8pPr algn="l">
              <a:defRPr sz="3450" b="1" i="0">
                <a:solidFill>
                  <a:srgbClr val="17231D"/>
                </a:solidFill>
                <a:latin typeface="Arial"/>
                <a:ea typeface="Arial"/>
                <a:cs typeface="Arial"/>
              </a:defRPr>
            </a:lvl8pPr>
            <a:lvl9pPr algn="l">
              <a:defRPr sz="3450" b="1" i="0">
                <a:solidFill>
                  <a:srgbClr val="17231D"/>
                </a:solidFill>
                <a:latin typeface="Arial"/>
                <a:ea typeface="Arial"/>
                <a:cs typeface="Arial"/>
              </a:defRPr>
            </a:lvl9pPr>
          </a:lstStyle>
          <a:p>
            <a:pPr algn="l">
              <a:defRPr sz="3450" b="1" i="0">
                <a:solidFill>
                  <a:srgbClr val="17231D"/>
                </a:solidFill>
                <a:latin typeface="Arial"/>
                <a:ea typeface="Arial"/>
                <a:cs typeface="Arial"/>
              </a:defRPr>
            </a:pPr>
            <a:r>
              <a:rPr sz="3450" b="1" i="0">
                <a:solidFill>
                  <a:srgbClr val="17231D"/>
                </a:solidFill>
                <a:latin typeface="Arial"/>
                <a:ea typeface="Arial"/>
                <a:cs typeface="Arial"/>
              </a:rPr>
              <a:t>A phased path to a Skopje pilot</a:t>
            </a:r>
          </a:p>
        </p:txBody>
      </p:sp>
      <p:sp>
        <p:nvSpPr>
          <p:cNvPr id="2" name="Rectangle 1">
            <a:extLst>
              <a:ext uri="{FF2B5EF4-FFF2-40B4-BE49-F238E27FC236}">
                <a16:creationId xmlns:a16="http://schemas.microsoft.com/office/drawing/2014/main" id="{FEBF606C-8DAC-40F4-833F-804A957F5369}"/>
              </a:ext>
            </a:extLst>
          </p:cNvPr>
          <p:cNvSpPr>
            <a:spLocks noGrp="1"/>
          </p:cNvSpPr>
          <p:nvPr/>
        </p:nvSpPr>
        <p:spPr>
          <a:xfrm>
            <a:off x="742950" y="1219200"/>
            <a:ext cx="10287000" cy="381000"/>
          </a:xfrm>
          <a:prstGeom prst="rect">
            <a:avLst/>
          </a:prstGeom>
          <a:noFill/>
          <a:ln w="0">
            <a:noFill/>
            <a:prstDash val="solid"/>
          </a:ln>
        </p:spPr>
        <p:txBody>
          <a:bodyPr wrap="square" lIns="0" tIns="0" rIns="0" bIns="0" anchor="t">
            <a:noAutofit/>
          </a:bodyPr>
          <a:lstStyle>
            <a:defPPr algn="l">
              <a:defRPr sz="1650" b="0" i="0">
                <a:solidFill>
                  <a:srgbClr val="4E5B53"/>
                </a:solidFill>
                <a:latin typeface="Arial"/>
                <a:ea typeface="Arial"/>
                <a:cs typeface="Arial"/>
              </a:defRPr>
            </a:defPPr>
            <a:lvl1pPr algn="l">
              <a:defRPr sz="1650" b="0" i="0">
                <a:solidFill>
                  <a:srgbClr val="4E5B53"/>
                </a:solidFill>
                <a:latin typeface="Arial"/>
                <a:ea typeface="Arial"/>
                <a:cs typeface="Arial"/>
              </a:defRPr>
            </a:lvl1pPr>
            <a:lvl2pPr algn="l">
              <a:defRPr sz="1650" b="0" i="0">
                <a:solidFill>
                  <a:srgbClr val="4E5B53"/>
                </a:solidFill>
                <a:latin typeface="Arial"/>
                <a:ea typeface="Arial"/>
                <a:cs typeface="Arial"/>
              </a:defRPr>
            </a:lvl2pPr>
            <a:lvl3pPr algn="l">
              <a:defRPr sz="1650" b="0" i="0">
                <a:solidFill>
                  <a:srgbClr val="4E5B53"/>
                </a:solidFill>
                <a:latin typeface="Arial"/>
                <a:ea typeface="Arial"/>
                <a:cs typeface="Arial"/>
              </a:defRPr>
            </a:lvl3pPr>
            <a:lvl4pPr algn="l">
              <a:defRPr sz="1650" b="0" i="0">
                <a:solidFill>
                  <a:srgbClr val="4E5B53"/>
                </a:solidFill>
                <a:latin typeface="Arial"/>
                <a:ea typeface="Arial"/>
                <a:cs typeface="Arial"/>
              </a:defRPr>
            </a:lvl4pPr>
            <a:lvl5pPr algn="l">
              <a:defRPr sz="1650" b="0" i="0">
                <a:solidFill>
                  <a:srgbClr val="4E5B53"/>
                </a:solidFill>
                <a:latin typeface="Arial"/>
                <a:ea typeface="Arial"/>
                <a:cs typeface="Arial"/>
              </a:defRPr>
            </a:lvl5pPr>
            <a:lvl6pPr algn="l">
              <a:defRPr sz="1650" b="0" i="0">
                <a:solidFill>
                  <a:srgbClr val="4E5B53"/>
                </a:solidFill>
                <a:latin typeface="Arial"/>
                <a:ea typeface="Arial"/>
                <a:cs typeface="Arial"/>
              </a:defRPr>
            </a:lvl6pPr>
            <a:lvl7pPr algn="l">
              <a:defRPr sz="1650" b="0" i="0">
                <a:solidFill>
                  <a:srgbClr val="4E5B53"/>
                </a:solidFill>
                <a:latin typeface="Arial"/>
                <a:ea typeface="Arial"/>
                <a:cs typeface="Arial"/>
              </a:defRPr>
            </a:lvl7pPr>
            <a:lvl8pPr algn="l">
              <a:defRPr sz="1650" b="0" i="0">
                <a:solidFill>
                  <a:srgbClr val="4E5B53"/>
                </a:solidFill>
                <a:latin typeface="Arial"/>
                <a:ea typeface="Arial"/>
                <a:cs typeface="Arial"/>
              </a:defRPr>
            </a:lvl8pPr>
            <a:lvl9pPr algn="l">
              <a:defRPr sz="1650" b="0" i="0">
                <a:solidFill>
                  <a:srgbClr val="4E5B53"/>
                </a:solidFill>
                <a:latin typeface="Arial"/>
                <a:ea typeface="Arial"/>
                <a:cs typeface="Arial"/>
              </a:defRPr>
            </a:lvl9pPr>
          </a:lstStyle>
          <a:p>
            <a:pPr algn="l">
              <a:defRPr sz="1650" b="0" i="0">
                <a:solidFill>
                  <a:srgbClr val="4E5B53"/>
                </a:solidFill>
                <a:latin typeface="Arial"/>
                <a:ea typeface="Arial"/>
                <a:cs typeface="Arial"/>
              </a:defRPr>
            </a:pPr>
            <a:r>
              <a:rPr sz="1650" b="0" i="0">
                <a:solidFill>
                  <a:srgbClr val="4E5B53"/>
                </a:solidFill>
                <a:latin typeface="Arial"/>
                <a:ea typeface="Arial"/>
                <a:cs typeface="Arial"/>
              </a:rPr>
              <a:t>Indicative work sequence. No calendar schedule or project approvals are confirmed.</a:t>
            </a:r>
          </a:p>
        </p:txBody>
      </p:sp>
      <p:sp>
        <p:nvSpPr>
          <p:cNvPr id="3" name="Rectangle 2">
            <a:extLst>
              <a:ext uri="{FF2B5EF4-FFF2-40B4-BE49-F238E27FC236}">
                <a16:creationId xmlns:a16="http://schemas.microsoft.com/office/drawing/2014/main" id="{9B5162DB-C140-4D49-A037-E0215C548F28}"/>
              </a:ext>
            </a:extLst>
          </p:cNvPr>
          <p:cNvSpPr>
            <a:spLocks noGrp="1"/>
          </p:cNvSpPr>
          <p:nvPr/>
        </p:nvSpPr>
        <p:spPr>
          <a:xfrm>
            <a:off x="723900" y="1695450"/>
            <a:ext cx="10744200" cy="19050"/>
          </a:xfrm>
          <a:prstGeom prst="rect">
            <a:avLst/>
          </a:prstGeom>
          <a:solidFill>
            <a:srgbClr val="DDDED3"/>
          </a:solidFill>
          <a:ln w="0">
            <a:noFill/>
            <a:prstDash val="solid"/>
          </a:ln>
        </p:spPr>
      </p:sp>
      <p:sp>
        <p:nvSpPr>
          <p:cNvPr id="4" name="Rectangle 3">
            <a:extLst>
              <a:ext uri="{FF2B5EF4-FFF2-40B4-BE49-F238E27FC236}">
                <a16:creationId xmlns:a16="http://schemas.microsoft.com/office/drawing/2014/main" id="{F94FA48D-089F-42F0-8766-58FFB9337095}"/>
              </a:ext>
            </a:extLst>
          </p:cNvPr>
          <p:cNvSpPr>
            <a:spLocks noGrp="1"/>
          </p:cNvSpPr>
          <p:nvPr/>
        </p:nvSpPr>
        <p:spPr>
          <a:xfrm>
            <a:off x="10687050" y="6400800"/>
            <a:ext cx="800100" cy="190500"/>
          </a:xfrm>
          <a:prstGeom prst="rect">
            <a:avLst/>
          </a:prstGeom>
          <a:noFill/>
          <a:ln w="0">
            <a:noFill/>
            <a:prstDash val="solid"/>
          </a:ln>
        </p:spPr>
        <p:txBody>
          <a:bodyPr wrap="square" lIns="0" tIns="0" rIns="0" bIns="0" anchor="t">
            <a:noAutofit/>
          </a:bodyPr>
          <a:lstStyle>
            <a:defPPr algn="r">
              <a:defRPr sz="1050" b="0" i="0">
                <a:solidFill>
                  <a:srgbClr val="737B71"/>
                </a:solidFill>
                <a:latin typeface="Arial"/>
                <a:ea typeface="Arial"/>
                <a:cs typeface="Arial"/>
              </a:defRPr>
            </a:defPPr>
            <a:lvl1pPr algn="r">
              <a:defRPr sz="1050" b="0" i="0">
                <a:solidFill>
                  <a:srgbClr val="737B71"/>
                </a:solidFill>
                <a:latin typeface="Arial"/>
                <a:ea typeface="Arial"/>
                <a:cs typeface="Arial"/>
              </a:defRPr>
            </a:lvl1pPr>
            <a:lvl2pPr algn="r">
              <a:defRPr sz="1050" b="0" i="0">
                <a:solidFill>
                  <a:srgbClr val="737B71"/>
                </a:solidFill>
                <a:latin typeface="Arial"/>
                <a:ea typeface="Arial"/>
                <a:cs typeface="Arial"/>
              </a:defRPr>
            </a:lvl2pPr>
            <a:lvl3pPr algn="r">
              <a:defRPr sz="1050" b="0" i="0">
                <a:solidFill>
                  <a:srgbClr val="737B71"/>
                </a:solidFill>
                <a:latin typeface="Arial"/>
                <a:ea typeface="Arial"/>
                <a:cs typeface="Arial"/>
              </a:defRPr>
            </a:lvl3pPr>
            <a:lvl4pPr algn="r">
              <a:defRPr sz="1050" b="0" i="0">
                <a:solidFill>
                  <a:srgbClr val="737B71"/>
                </a:solidFill>
                <a:latin typeface="Arial"/>
                <a:ea typeface="Arial"/>
                <a:cs typeface="Arial"/>
              </a:defRPr>
            </a:lvl4pPr>
            <a:lvl5pPr algn="r">
              <a:defRPr sz="1050" b="0" i="0">
                <a:solidFill>
                  <a:srgbClr val="737B71"/>
                </a:solidFill>
                <a:latin typeface="Arial"/>
                <a:ea typeface="Arial"/>
                <a:cs typeface="Arial"/>
              </a:defRPr>
            </a:lvl5pPr>
            <a:lvl6pPr algn="r">
              <a:defRPr sz="1050" b="0" i="0">
                <a:solidFill>
                  <a:srgbClr val="737B71"/>
                </a:solidFill>
                <a:latin typeface="Arial"/>
                <a:ea typeface="Arial"/>
                <a:cs typeface="Arial"/>
              </a:defRPr>
            </a:lvl6pPr>
            <a:lvl7pPr algn="r">
              <a:defRPr sz="1050" b="0" i="0">
                <a:solidFill>
                  <a:srgbClr val="737B71"/>
                </a:solidFill>
                <a:latin typeface="Arial"/>
                <a:ea typeface="Arial"/>
                <a:cs typeface="Arial"/>
              </a:defRPr>
            </a:lvl7pPr>
            <a:lvl8pPr algn="r">
              <a:defRPr sz="1050" b="0" i="0">
                <a:solidFill>
                  <a:srgbClr val="737B71"/>
                </a:solidFill>
                <a:latin typeface="Arial"/>
                <a:ea typeface="Arial"/>
                <a:cs typeface="Arial"/>
              </a:defRPr>
            </a:lvl8pPr>
            <a:lvl9pPr algn="r">
              <a:defRPr sz="1050" b="0" i="0">
                <a:solidFill>
                  <a:srgbClr val="737B71"/>
                </a:solidFill>
                <a:latin typeface="Arial"/>
                <a:ea typeface="Arial"/>
                <a:cs typeface="Arial"/>
              </a:defRPr>
            </a:lvl9pPr>
          </a:lstStyle>
          <a:p>
            <a:pPr algn="r">
              <a:defRPr sz="1050" b="0" i="0">
                <a:solidFill>
                  <a:srgbClr val="737B71"/>
                </a:solidFill>
                <a:latin typeface="Arial"/>
                <a:ea typeface="Arial"/>
                <a:cs typeface="Arial"/>
              </a:defRPr>
            </a:pPr>
            <a:r>
              <a:rPr sz="1050" b="0" i="0">
                <a:solidFill>
                  <a:srgbClr val="737B71"/>
                </a:solidFill>
                <a:latin typeface="Arial"/>
                <a:ea typeface="Arial"/>
                <a:cs typeface="Arial"/>
              </a:rPr>
              <a:t>09 / 10</a:t>
            </a:r>
          </a:p>
        </p:txBody>
      </p:sp>
      <p:graphicFrame>
        <p:nvGraphicFramePr>
          <p:cNvPr id="5" name="Table 4">
            <a:extLst>
              <a:ext uri="{FF2B5EF4-FFF2-40B4-BE49-F238E27FC236}">
                <a16:creationId xmlns:a16="http://schemas.microsoft.com/office/drawing/2014/main" id="{5DA32802-CA32-4949-B556-44303017C2EC}"/>
              </a:ext>
            </a:extLst>
          </p:cNvPr>
          <p:cNvGraphicFramePr/>
          <p:nvPr/>
        </p:nvGraphicFramePr>
        <p:xfrm>
          <a:off x="723900" y="2095500"/>
          <a:ext cx="10744200" cy="3733800"/>
        </p:xfrm>
        <a:graphic>
          <a:graphicData uri="http://schemas.openxmlformats.org/drawingml/2006/table">
            <a:tbl>
              <a:tblPr/>
              <a:tblGrid>
                <a:gridCol w="1924050">
                  <a:extLst>
                    <a:ext uri="{9D8B030D-6E8A-4147-A177-3AD203B41FA5}">
                      <a16:colId xmlns:a16="http://schemas.microsoft.com/office/drawing/2014/main" val="20000"/>
                    </a:ext>
                  </a:extLst>
                </a:gridCol>
                <a:gridCol w="5067300">
                  <a:extLst>
                    <a:ext uri="{9D8B030D-6E8A-4147-A177-3AD203B41FA5}">
                      <a16:colId xmlns:a16="http://schemas.microsoft.com/office/drawing/2014/main" val="20001"/>
                    </a:ext>
                  </a:extLst>
                </a:gridCol>
                <a:gridCol w="3752850">
                  <a:extLst>
                    <a:ext uri="{9D8B030D-6E8A-4147-A177-3AD203B41FA5}">
                      <a16:colId xmlns:a16="http://schemas.microsoft.com/office/drawing/2014/main" val="20002"/>
                    </a:ext>
                  </a:extLst>
                </a:gridCol>
              </a:tblGrid>
              <a:tr h="514350">
                <a:tc>
                  <a:txBody>
                    <a:bodyPr/>
                    <a:lstStyle/>
                    <a:p>
                      <a:pPr algn="l"/>
                      <a:r>
                        <a:rPr sz="1200" b="1">
                          <a:solidFill>
                            <a:srgbClr val="FFFDF8"/>
                          </a:solidFill>
                          <a:latin typeface="Arial"/>
                          <a:ea typeface="Arial"/>
                          <a:cs typeface="Arial"/>
                        </a:rPr>
                        <a:t>PHASE</a:t>
                      </a:r>
                    </a:p>
                  </a:txBody>
                  <a:tcPr anchor="ctr">
                    <a:lnL w="9525">
                      <a:solidFill>
                        <a:srgbClr val="DDDED3"/>
                      </a:solidFill>
                      <a:prstDash val="solid"/>
                    </a:lnL>
                    <a:lnR w="9525">
                      <a:solidFill>
                        <a:srgbClr val="DDDED3"/>
                      </a:solidFill>
                      <a:prstDash val="solid"/>
                    </a:lnR>
                    <a:lnT w="9525">
                      <a:solidFill>
                        <a:srgbClr val="DDDED3"/>
                      </a:solidFill>
                      <a:prstDash val="solid"/>
                    </a:lnT>
                    <a:lnB w="9525">
                      <a:solidFill>
                        <a:srgbClr val="DDDED3"/>
                      </a:solidFill>
                      <a:prstDash val="solid"/>
                    </a:lnB>
                    <a:solidFill>
                      <a:srgbClr val="23483A"/>
                    </a:solidFill>
                  </a:tcPr>
                </a:tc>
                <a:tc>
                  <a:txBody>
                    <a:bodyPr/>
                    <a:lstStyle/>
                    <a:p>
                      <a:pPr algn="l"/>
                      <a:r>
                        <a:rPr sz="1200" b="1">
                          <a:solidFill>
                            <a:srgbClr val="FFFDF8"/>
                          </a:solidFill>
                          <a:latin typeface="Arial"/>
                          <a:ea typeface="Arial"/>
                          <a:cs typeface="Arial"/>
                        </a:rPr>
                        <a:t>WORK PROGRAM</a:t>
                      </a:r>
                    </a:p>
                  </a:txBody>
                  <a:tcPr anchor="ctr">
                    <a:lnL w="9525" cap="flat" cmpd="sng" algn="ctr">
                      <a:solidFill>
                        <a:srgbClr val="DDDED3"/>
                      </a:solidFill>
                      <a:prstDash val="solid"/>
                      <a:round/>
                      <a:headEnd type="none" w="med" len="med"/>
                      <a:tailEnd type="none" w="med" len="med"/>
                    </a:lnL>
                    <a:lnR w="9525">
                      <a:solidFill>
                        <a:srgbClr val="DDDED3"/>
                      </a:solidFill>
                      <a:prstDash val="solid"/>
                    </a:lnR>
                    <a:lnT w="9525">
                      <a:solidFill>
                        <a:srgbClr val="DDDED3"/>
                      </a:solidFill>
                      <a:prstDash val="solid"/>
                    </a:lnT>
                    <a:lnB w="9525">
                      <a:solidFill>
                        <a:srgbClr val="DDDED3"/>
                      </a:solidFill>
                      <a:prstDash val="solid"/>
                    </a:lnB>
                    <a:solidFill>
                      <a:srgbClr val="23483A"/>
                    </a:solidFill>
                  </a:tcPr>
                </a:tc>
                <a:tc>
                  <a:txBody>
                    <a:bodyPr/>
                    <a:lstStyle/>
                    <a:p>
                      <a:pPr algn="l"/>
                      <a:r>
                        <a:rPr sz="1200" b="1">
                          <a:solidFill>
                            <a:srgbClr val="FFFDF8"/>
                          </a:solidFill>
                          <a:latin typeface="Arial"/>
                          <a:ea typeface="Arial"/>
                          <a:cs typeface="Arial"/>
                        </a:rPr>
                        <a:t>GATE BEFORE NEXT STAGE</a:t>
                      </a:r>
                    </a:p>
                  </a:txBody>
                  <a:tcPr anchor="ctr">
                    <a:lnL w="9525" cap="flat" cmpd="sng" algn="ctr">
                      <a:solidFill>
                        <a:srgbClr val="DDDED3"/>
                      </a:solidFill>
                      <a:prstDash val="solid"/>
                      <a:round/>
                      <a:headEnd type="none" w="med" len="med"/>
                      <a:tailEnd type="none" w="med" len="med"/>
                    </a:lnL>
                    <a:lnR w="9525">
                      <a:solidFill>
                        <a:srgbClr val="DDDED3"/>
                      </a:solidFill>
                      <a:prstDash val="solid"/>
                    </a:lnR>
                    <a:lnT w="9525">
                      <a:solidFill>
                        <a:srgbClr val="DDDED3"/>
                      </a:solidFill>
                      <a:prstDash val="solid"/>
                    </a:lnT>
                    <a:lnB w="9525">
                      <a:solidFill>
                        <a:srgbClr val="DDDED3"/>
                      </a:solidFill>
                      <a:prstDash val="solid"/>
                    </a:lnB>
                    <a:solidFill>
                      <a:srgbClr val="23483A"/>
                    </a:solidFill>
                  </a:tcPr>
                </a:tc>
                <a:extLst>
                  <a:ext uri="{0D108BD9-81ED-4DB2-BD59-A6C34878D82A}">
                    <a16:rowId xmlns:a16="http://schemas.microsoft.com/office/drawing/2014/main" val="10000"/>
                  </a:ext>
                </a:extLst>
              </a:tr>
              <a:tr h="804863">
                <a:tc>
                  <a:txBody>
                    <a:bodyPr/>
                    <a:lstStyle/>
                    <a:p>
                      <a:pPr algn="l"/>
                      <a:r>
                        <a:rPr sz="1500" b="1">
                          <a:solidFill>
                            <a:srgbClr val="17231D"/>
                          </a:solidFill>
                          <a:latin typeface="Arial"/>
                          <a:ea typeface="Arial"/>
                          <a:cs typeface="Arial"/>
                        </a:rPr>
                        <a:t>1  Verify map</a:t>
                      </a:r>
                    </a:p>
                  </a:txBody>
                  <a:tcPr anchor="ctr">
                    <a:lnL w="9525">
                      <a:solidFill>
                        <a:srgbClr val="DDDED3"/>
                      </a:solidFill>
                      <a:prstDash val="solid"/>
                    </a:lnL>
                    <a:lnR w="9525">
                      <a:solidFill>
                        <a:srgbClr val="DDDED3"/>
                      </a:solidFill>
                      <a:prstDash val="solid"/>
                    </a:lnR>
                    <a:lnT w="9525" cap="flat" cmpd="sng" algn="ctr">
                      <a:solidFill>
                        <a:srgbClr val="DDDED3"/>
                      </a:solidFill>
                      <a:prstDash val="solid"/>
                      <a:round/>
                      <a:headEnd type="none" w="med" len="med"/>
                      <a:tailEnd type="none" w="med" len="med"/>
                    </a:lnT>
                    <a:lnB w="9525">
                      <a:solidFill>
                        <a:srgbClr val="DDDED3"/>
                      </a:solidFill>
                      <a:prstDash val="solid"/>
                    </a:lnB>
                    <a:solidFill>
                      <a:srgbClr val="FFFDF8"/>
                    </a:solidFill>
                  </a:tcPr>
                </a:tc>
                <a:tc>
                  <a:txBody>
                    <a:bodyPr/>
                    <a:lstStyle/>
                    <a:p>
                      <a:pPr algn="l"/>
                      <a:r>
                        <a:rPr sz="1350" b="0">
                          <a:solidFill>
                            <a:srgbClr val="17231D"/>
                          </a:solidFill>
                          <a:latin typeface="Arial"/>
                          <a:ea typeface="Arial"/>
                          <a:cs typeface="Arial"/>
                        </a:rPr>
                        <a:t>Confirm locations, accepted materials, sources, check dates and a responsible contact.</a:t>
                      </a:r>
                    </a:p>
                  </a:txBody>
                  <a:tcPr anchor="ctr">
                    <a:lnL w="9525" cap="flat" cmpd="sng" algn="ctr">
                      <a:solidFill>
                        <a:srgbClr val="DDDED3"/>
                      </a:solidFill>
                      <a:prstDash val="solid"/>
                      <a:round/>
                      <a:headEnd type="none" w="med" len="med"/>
                      <a:tailEnd type="none" w="med" len="med"/>
                    </a:lnL>
                    <a:lnR w="9525">
                      <a:solidFill>
                        <a:srgbClr val="DDDED3"/>
                      </a:solidFill>
                      <a:prstDash val="solid"/>
                    </a:lnR>
                    <a:lnT w="9525" cap="flat" cmpd="sng" algn="ctr">
                      <a:solidFill>
                        <a:srgbClr val="DDDED3"/>
                      </a:solidFill>
                      <a:prstDash val="solid"/>
                      <a:round/>
                      <a:headEnd type="none" w="med" len="med"/>
                      <a:tailEnd type="none" w="med" len="med"/>
                    </a:lnT>
                    <a:lnB w="9525">
                      <a:solidFill>
                        <a:srgbClr val="DDDED3"/>
                      </a:solidFill>
                      <a:prstDash val="solid"/>
                    </a:lnB>
                    <a:solidFill>
                      <a:srgbClr val="FFFDF8"/>
                    </a:solidFill>
                  </a:tcPr>
                </a:tc>
                <a:tc>
                  <a:txBody>
                    <a:bodyPr/>
                    <a:lstStyle/>
                    <a:p>
                      <a:pPr algn="l"/>
                      <a:r>
                        <a:rPr sz="1350" b="0">
                          <a:solidFill>
                            <a:srgbClr val="17231D"/>
                          </a:solidFill>
                          <a:latin typeface="Arial"/>
                          <a:ea typeface="Arial"/>
                          <a:cs typeface="Arial"/>
                        </a:rPr>
                        <a:t>A maintained inventory with a named verifier</a:t>
                      </a:r>
                    </a:p>
                  </a:txBody>
                  <a:tcPr anchor="ctr">
                    <a:lnL w="9525" cap="flat" cmpd="sng" algn="ctr">
                      <a:solidFill>
                        <a:srgbClr val="DDDED3"/>
                      </a:solidFill>
                      <a:prstDash val="solid"/>
                      <a:round/>
                      <a:headEnd type="none" w="med" len="med"/>
                      <a:tailEnd type="none" w="med" len="med"/>
                    </a:lnL>
                    <a:lnR w="9525">
                      <a:solidFill>
                        <a:srgbClr val="DDDED3"/>
                      </a:solidFill>
                      <a:prstDash val="solid"/>
                    </a:lnR>
                    <a:lnT w="9525" cap="flat" cmpd="sng" algn="ctr">
                      <a:solidFill>
                        <a:srgbClr val="DDDED3"/>
                      </a:solidFill>
                      <a:prstDash val="solid"/>
                      <a:round/>
                      <a:headEnd type="none" w="med" len="med"/>
                      <a:tailEnd type="none" w="med" len="med"/>
                    </a:lnT>
                    <a:lnB w="9525">
                      <a:solidFill>
                        <a:srgbClr val="DDDED3"/>
                      </a:solidFill>
                      <a:prstDash val="solid"/>
                    </a:lnB>
                    <a:solidFill>
                      <a:srgbClr val="FFFDF8"/>
                    </a:solidFill>
                  </a:tcPr>
                </a:tc>
                <a:extLst>
                  <a:ext uri="{0D108BD9-81ED-4DB2-BD59-A6C34878D82A}">
                    <a16:rowId xmlns:a16="http://schemas.microsoft.com/office/drawing/2014/main" val="10001"/>
                  </a:ext>
                </a:extLst>
              </a:tr>
              <a:tr h="804863">
                <a:tc>
                  <a:txBody>
                    <a:bodyPr/>
                    <a:lstStyle/>
                    <a:p>
                      <a:pPr algn="l"/>
                      <a:r>
                        <a:rPr sz="1500" b="1">
                          <a:solidFill>
                            <a:srgbClr val="17231D"/>
                          </a:solidFill>
                          <a:latin typeface="Arial"/>
                          <a:ea typeface="Arial"/>
                          <a:cs typeface="Arial"/>
                        </a:rPr>
                        <a:t>2  Test interface</a:t>
                      </a:r>
                    </a:p>
                  </a:txBody>
                  <a:tcPr anchor="ctr">
                    <a:lnL w="9525">
                      <a:solidFill>
                        <a:srgbClr val="DDDED3"/>
                      </a:solidFill>
                      <a:prstDash val="solid"/>
                    </a:lnL>
                    <a:lnR w="9525">
                      <a:solidFill>
                        <a:srgbClr val="DDDED3"/>
                      </a:solidFill>
                      <a:prstDash val="solid"/>
                    </a:lnR>
                    <a:lnT w="9525" cap="flat" cmpd="sng" algn="ctr">
                      <a:solidFill>
                        <a:srgbClr val="DDDED3"/>
                      </a:solidFill>
                      <a:prstDash val="solid"/>
                      <a:round/>
                      <a:headEnd type="none" w="med" len="med"/>
                      <a:tailEnd type="none" w="med" len="med"/>
                    </a:lnT>
                    <a:lnB w="9525">
                      <a:solidFill>
                        <a:srgbClr val="DDDED3"/>
                      </a:solidFill>
                      <a:prstDash val="solid"/>
                    </a:lnB>
                    <a:solidFill>
                      <a:srgbClr val="EEF3F1"/>
                    </a:solidFill>
                  </a:tcPr>
                </a:tc>
                <a:tc>
                  <a:txBody>
                    <a:bodyPr/>
                    <a:lstStyle/>
                    <a:p>
                      <a:pPr algn="l"/>
                      <a:r>
                        <a:rPr sz="1350" b="0">
                          <a:solidFill>
                            <a:srgbClr val="17231D"/>
                          </a:solidFill>
                          <a:latin typeface="Arial"/>
                          <a:ea typeface="Arial"/>
                          <a:cs typeface="Arial"/>
                        </a:rPr>
                        <a:t>Test material filters, fullness reports, walking routes, permissions and accessibility.</a:t>
                      </a:r>
                    </a:p>
                  </a:txBody>
                  <a:tcPr anchor="ctr">
                    <a:lnL w="9525" cap="flat" cmpd="sng" algn="ctr">
                      <a:solidFill>
                        <a:srgbClr val="DDDED3"/>
                      </a:solidFill>
                      <a:prstDash val="solid"/>
                      <a:round/>
                      <a:headEnd type="none" w="med" len="med"/>
                      <a:tailEnd type="none" w="med" len="med"/>
                    </a:lnL>
                    <a:lnR w="9525">
                      <a:solidFill>
                        <a:srgbClr val="DDDED3"/>
                      </a:solidFill>
                      <a:prstDash val="solid"/>
                    </a:lnR>
                    <a:lnT w="9525" cap="flat" cmpd="sng" algn="ctr">
                      <a:solidFill>
                        <a:srgbClr val="DDDED3"/>
                      </a:solidFill>
                      <a:prstDash val="solid"/>
                      <a:round/>
                      <a:headEnd type="none" w="med" len="med"/>
                      <a:tailEnd type="none" w="med" len="med"/>
                    </a:lnT>
                    <a:lnB w="9525">
                      <a:solidFill>
                        <a:srgbClr val="DDDED3"/>
                      </a:solidFill>
                      <a:prstDash val="solid"/>
                    </a:lnB>
                    <a:solidFill>
                      <a:srgbClr val="EEF3F1"/>
                    </a:solidFill>
                  </a:tcPr>
                </a:tc>
                <a:tc>
                  <a:txBody>
                    <a:bodyPr/>
                    <a:lstStyle/>
                    <a:p>
                      <a:pPr algn="l"/>
                      <a:r>
                        <a:rPr sz="1350" b="0">
                          <a:solidFill>
                            <a:srgbClr val="17231D"/>
                          </a:solidFill>
                          <a:latin typeface="Arial"/>
                          <a:ea typeface="Arial"/>
                          <a:cs typeface="Arial"/>
                        </a:rPr>
                        <a:t>User-tested interface with reliable data handling</a:t>
                      </a:r>
                    </a:p>
                  </a:txBody>
                  <a:tcPr anchor="ctr">
                    <a:lnL w="9525" cap="flat" cmpd="sng" algn="ctr">
                      <a:solidFill>
                        <a:srgbClr val="DDDED3"/>
                      </a:solidFill>
                      <a:prstDash val="solid"/>
                      <a:round/>
                      <a:headEnd type="none" w="med" len="med"/>
                      <a:tailEnd type="none" w="med" len="med"/>
                    </a:lnL>
                    <a:lnR w="9525">
                      <a:solidFill>
                        <a:srgbClr val="DDDED3"/>
                      </a:solidFill>
                      <a:prstDash val="solid"/>
                    </a:lnR>
                    <a:lnT w="9525" cap="flat" cmpd="sng" algn="ctr">
                      <a:solidFill>
                        <a:srgbClr val="DDDED3"/>
                      </a:solidFill>
                      <a:prstDash val="solid"/>
                      <a:round/>
                      <a:headEnd type="none" w="med" len="med"/>
                      <a:tailEnd type="none" w="med" len="med"/>
                    </a:lnT>
                    <a:lnB w="9525">
                      <a:solidFill>
                        <a:srgbClr val="DDDED3"/>
                      </a:solidFill>
                      <a:prstDash val="solid"/>
                    </a:lnB>
                    <a:solidFill>
                      <a:srgbClr val="EEF3F1"/>
                    </a:solidFill>
                  </a:tcPr>
                </a:tc>
                <a:extLst>
                  <a:ext uri="{0D108BD9-81ED-4DB2-BD59-A6C34878D82A}">
                    <a16:rowId xmlns:a16="http://schemas.microsoft.com/office/drawing/2014/main" val="10002"/>
                  </a:ext>
                </a:extLst>
              </a:tr>
              <a:tr h="804863">
                <a:tc>
                  <a:txBody>
                    <a:bodyPr/>
                    <a:lstStyle/>
                    <a:p>
                      <a:pPr algn="l"/>
                      <a:r>
                        <a:rPr sz="1500" b="1">
                          <a:solidFill>
                            <a:srgbClr val="17231D"/>
                          </a:solidFill>
                          <a:latin typeface="Arial"/>
                          <a:ea typeface="Arial"/>
                          <a:cs typeface="Arial"/>
                        </a:rPr>
                        <a:t>3  Pilot collection</a:t>
                      </a:r>
                    </a:p>
                  </a:txBody>
                  <a:tcPr anchor="ctr">
                    <a:lnL w="9525">
                      <a:solidFill>
                        <a:srgbClr val="DDDED3"/>
                      </a:solidFill>
                      <a:prstDash val="solid"/>
                    </a:lnL>
                    <a:lnR w="9525">
                      <a:solidFill>
                        <a:srgbClr val="DDDED3"/>
                      </a:solidFill>
                      <a:prstDash val="solid"/>
                    </a:lnR>
                    <a:lnT w="9525" cap="flat" cmpd="sng" algn="ctr">
                      <a:solidFill>
                        <a:srgbClr val="DDDED3"/>
                      </a:solidFill>
                      <a:prstDash val="solid"/>
                      <a:round/>
                      <a:headEnd type="none" w="med" len="med"/>
                      <a:tailEnd type="none" w="med" len="med"/>
                    </a:lnT>
                    <a:lnB w="9525">
                      <a:solidFill>
                        <a:srgbClr val="DDDED3"/>
                      </a:solidFill>
                      <a:prstDash val="solid"/>
                    </a:lnB>
                    <a:solidFill>
                      <a:srgbClr val="FFFDF8"/>
                    </a:solidFill>
                  </a:tcPr>
                </a:tc>
                <a:tc>
                  <a:txBody>
                    <a:bodyPr/>
                    <a:lstStyle/>
                    <a:p>
                      <a:pPr algn="l"/>
                      <a:r>
                        <a:rPr sz="1350" b="0">
                          <a:solidFill>
                            <a:srgbClr val="17231D"/>
                          </a:solidFill>
                          <a:latin typeface="Arial"/>
                          <a:ea typeface="Arial"/>
                          <a:cs typeface="Arial"/>
                        </a:rPr>
                        <a:t>Agree operator, bin types, pickup rules, vehicle needs and collection route.</a:t>
                      </a:r>
                    </a:p>
                  </a:txBody>
                  <a:tcPr anchor="ctr">
                    <a:lnL w="9525" cap="flat" cmpd="sng" algn="ctr">
                      <a:solidFill>
                        <a:srgbClr val="DDDED3"/>
                      </a:solidFill>
                      <a:prstDash val="solid"/>
                      <a:round/>
                      <a:headEnd type="none" w="med" len="med"/>
                      <a:tailEnd type="none" w="med" len="med"/>
                    </a:lnL>
                    <a:lnR w="9525">
                      <a:solidFill>
                        <a:srgbClr val="DDDED3"/>
                      </a:solidFill>
                      <a:prstDash val="solid"/>
                    </a:lnR>
                    <a:lnT w="9525" cap="flat" cmpd="sng" algn="ctr">
                      <a:solidFill>
                        <a:srgbClr val="DDDED3"/>
                      </a:solidFill>
                      <a:prstDash val="solid"/>
                      <a:round/>
                      <a:headEnd type="none" w="med" len="med"/>
                      <a:tailEnd type="none" w="med" len="med"/>
                    </a:lnT>
                    <a:lnB w="9525">
                      <a:solidFill>
                        <a:srgbClr val="DDDED3"/>
                      </a:solidFill>
                      <a:prstDash val="solid"/>
                    </a:lnB>
                    <a:solidFill>
                      <a:srgbClr val="FFFDF8"/>
                    </a:solidFill>
                  </a:tcPr>
                </a:tc>
                <a:tc>
                  <a:txBody>
                    <a:bodyPr/>
                    <a:lstStyle/>
                    <a:p>
                      <a:pPr algn="l"/>
                      <a:r>
                        <a:rPr sz="1350" b="0">
                          <a:solidFill>
                            <a:srgbClr val="17231D"/>
                          </a:solidFill>
                          <a:latin typeface="Arial"/>
                          <a:ea typeface="Arial"/>
                          <a:cs typeface="Arial"/>
                        </a:rPr>
                        <a:t>Approved scope, partner roles and safety case</a:t>
                      </a:r>
                    </a:p>
                  </a:txBody>
                  <a:tcPr anchor="ctr">
                    <a:lnL w="9525" cap="flat" cmpd="sng" algn="ctr">
                      <a:solidFill>
                        <a:srgbClr val="DDDED3"/>
                      </a:solidFill>
                      <a:prstDash val="solid"/>
                      <a:round/>
                      <a:headEnd type="none" w="med" len="med"/>
                      <a:tailEnd type="none" w="med" len="med"/>
                    </a:lnL>
                    <a:lnR w="9525">
                      <a:solidFill>
                        <a:srgbClr val="DDDED3"/>
                      </a:solidFill>
                      <a:prstDash val="solid"/>
                    </a:lnR>
                    <a:lnT w="9525" cap="flat" cmpd="sng" algn="ctr">
                      <a:solidFill>
                        <a:srgbClr val="DDDED3"/>
                      </a:solidFill>
                      <a:prstDash val="solid"/>
                      <a:round/>
                      <a:headEnd type="none" w="med" len="med"/>
                      <a:tailEnd type="none" w="med" len="med"/>
                    </a:lnT>
                    <a:lnB w="9525">
                      <a:solidFill>
                        <a:srgbClr val="DDDED3"/>
                      </a:solidFill>
                      <a:prstDash val="solid"/>
                    </a:lnB>
                    <a:solidFill>
                      <a:srgbClr val="FFFDF8"/>
                    </a:solidFill>
                  </a:tcPr>
                </a:tc>
                <a:extLst>
                  <a:ext uri="{0D108BD9-81ED-4DB2-BD59-A6C34878D82A}">
                    <a16:rowId xmlns:a16="http://schemas.microsoft.com/office/drawing/2014/main" val="10003"/>
                  </a:ext>
                </a:extLst>
              </a:tr>
              <a:tr h="804863">
                <a:tc>
                  <a:txBody>
                    <a:bodyPr/>
                    <a:lstStyle/>
                    <a:p>
                      <a:pPr algn="l"/>
                      <a:r>
                        <a:rPr sz="1500" b="1">
                          <a:solidFill>
                            <a:srgbClr val="17231D"/>
                          </a:solidFill>
                          <a:latin typeface="Arial"/>
                          <a:ea typeface="Arial"/>
                          <a:cs typeface="Arial"/>
                        </a:rPr>
                        <a:t>4  Study infrastructure</a:t>
                      </a:r>
                    </a:p>
                  </a:txBody>
                  <a:tcPr anchor="ctr">
                    <a:lnL w="9525">
                      <a:solidFill>
                        <a:srgbClr val="DDDED3"/>
                      </a:solidFill>
                      <a:prstDash val="solid"/>
                    </a:lnL>
                    <a:lnR w="9525">
                      <a:solidFill>
                        <a:srgbClr val="DDDED3"/>
                      </a:solidFill>
                      <a:prstDash val="solid"/>
                    </a:lnR>
                    <a:lnT w="9525" cap="flat" cmpd="sng" algn="ctr">
                      <a:solidFill>
                        <a:srgbClr val="DDDED3"/>
                      </a:solidFill>
                      <a:prstDash val="solid"/>
                      <a:round/>
                      <a:headEnd type="none" w="med" len="med"/>
                      <a:tailEnd type="none" w="med" len="med"/>
                    </a:lnT>
                    <a:lnB w="9525">
                      <a:solidFill>
                        <a:srgbClr val="DDDED3"/>
                      </a:solidFill>
                      <a:prstDash val="solid"/>
                    </a:lnB>
                    <a:solidFill>
                      <a:srgbClr val="EEF3F1"/>
                    </a:solidFill>
                  </a:tcPr>
                </a:tc>
                <a:tc>
                  <a:txBody>
                    <a:bodyPr/>
                    <a:lstStyle/>
                    <a:p>
                      <a:pPr algn="l"/>
                      <a:r>
                        <a:rPr sz="1350" b="0">
                          <a:solidFill>
                            <a:srgbClr val="17231D"/>
                          </a:solidFill>
                          <a:latin typeface="Arial"/>
                          <a:ea typeface="Arial"/>
                          <a:cs typeface="Arial"/>
                        </a:rPr>
                        <a:t>Audit waste and recovery capacity. Assess residual energy, emissions, heat and grid links.</a:t>
                      </a:r>
                    </a:p>
                  </a:txBody>
                  <a:tcPr anchor="ctr">
                    <a:lnL w="9525" cap="flat" cmpd="sng" algn="ctr">
                      <a:solidFill>
                        <a:srgbClr val="DDDED3"/>
                      </a:solidFill>
                      <a:prstDash val="solid"/>
                      <a:round/>
                      <a:headEnd type="none" w="med" len="med"/>
                      <a:tailEnd type="none" w="med" len="med"/>
                    </a:lnL>
                    <a:lnR w="9525">
                      <a:solidFill>
                        <a:srgbClr val="DDDED3"/>
                      </a:solidFill>
                      <a:prstDash val="solid"/>
                    </a:lnR>
                    <a:lnT w="9525" cap="flat" cmpd="sng" algn="ctr">
                      <a:solidFill>
                        <a:srgbClr val="DDDED3"/>
                      </a:solidFill>
                      <a:prstDash val="solid"/>
                      <a:round/>
                      <a:headEnd type="none" w="med" len="med"/>
                      <a:tailEnd type="none" w="med" len="med"/>
                    </a:lnT>
                    <a:lnB w="9525">
                      <a:solidFill>
                        <a:srgbClr val="DDDED3"/>
                      </a:solidFill>
                      <a:prstDash val="solid"/>
                    </a:lnB>
                    <a:solidFill>
                      <a:srgbClr val="EEF3F1"/>
                    </a:solidFill>
                  </a:tcPr>
                </a:tc>
                <a:tc>
                  <a:txBody>
                    <a:bodyPr/>
                    <a:lstStyle/>
                    <a:p>
                      <a:pPr algn="l"/>
                      <a:r>
                        <a:rPr sz="1350" b="0">
                          <a:solidFill>
                            <a:srgbClr val="17231D"/>
                          </a:solidFill>
                          <a:latin typeface="Arial"/>
                          <a:ea typeface="Arial"/>
                          <a:cs typeface="Arial"/>
                        </a:rPr>
                        <a:t>Mass balance, cost range and permitting route</a:t>
                      </a:r>
                    </a:p>
                  </a:txBody>
                  <a:tcPr anchor="ctr">
                    <a:lnL w="9525" cap="flat" cmpd="sng" algn="ctr">
                      <a:solidFill>
                        <a:srgbClr val="DDDED3"/>
                      </a:solidFill>
                      <a:prstDash val="solid"/>
                      <a:round/>
                      <a:headEnd type="none" w="med" len="med"/>
                      <a:tailEnd type="none" w="med" len="med"/>
                    </a:lnL>
                    <a:lnR w="9525">
                      <a:solidFill>
                        <a:srgbClr val="DDDED3"/>
                      </a:solidFill>
                      <a:prstDash val="solid"/>
                    </a:lnR>
                    <a:lnT w="9525" cap="flat" cmpd="sng" algn="ctr">
                      <a:solidFill>
                        <a:srgbClr val="DDDED3"/>
                      </a:solidFill>
                      <a:prstDash val="solid"/>
                      <a:round/>
                      <a:headEnd type="none" w="med" len="med"/>
                      <a:tailEnd type="none" w="med" len="med"/>
                    </a:lnT>
                    <a:lnB w="9525">
                      <a:solidFill>
                        <a:srgbClr val="DDDED3"/>
                      </a:solidFill>
                      <a:prstDash val="solid"/>
                    </a:lnB>
                    <a:solidFill>
                      <a:srgbClr val="EEF3F1"/>
                    </a:solidFill>
                  </a:tcPr>
                </a:tc>
                <a:extLst>
                  <a:ext uri="{0D108BD9-81ED-4DB2-BD59-A6C34878D82A}">
                    <a16:rowId xmlns:a16="http://schemas.microsoft.com/office/drawing/2014/main" val="10004"/>
                  </a:ext>
                </a:extLst>
              </a:tr>
            </a:tbl>
          </a:graphicData>
        </a:graphic>
      </p:graphicFrame>
      <p:sp>
        <p:nvSpPr>
          <p:cNvPr id="6" name="Rectangle 5">
            <a:extLst>
              <a:ext uri="{FF2B5EF4-FFF2-40B4-BE49-F238E27FC236}">
                <a16:creationId xmlns:a16="http://schemas.microsoft.com/office/drawing/2014/main" id="{24A401A7-461F-4DB3-9325-15C0FC21B2FE}"/>
              </a:ext>
            </a:extLst>
          </p:cNvPr>
          <p:cNvSpPr>
            <a:spLocks noGrp="1"/>
          </p:cNvSpPr>
          <p:nvPr/>
        </p:nvSpPr>
        <p:spPr>
          <a:xfrm>
            <a:off x="742950" y="6038850"/>
            <a:ext cx="8953500" cy="257175"/>
          </a:xfrm>
          <a:prstGeom prst="rect">
            <a:avLst/>
          </a:prstGeom>
          <a:noFill/>
          <a:ln w="0">
            <a:noFill/>
            <a:prstDash val="solid"/>
          </a:ln>
        </p:spPr>
        <p:txBody>
          <a:bodyPr wrap="square" lIns="0" tIns="0" rIns="0" bIns="0" anchor="t">
            <a:noAutofit/>
          </a:bodyPr>
          <a:lstStyle>
            <a:defPPr algn="l">
              <a:defRPr sz="1275" b="0" i="0">
                <a:solidFill>
                  <a:srgbClr val="737B71"/>
                </a:solidFill>
                <a:latin typeface="Arial"/>
                <a:ea typeface="Arial"/>
                <a:cs typeface="Arial"/>
              </a:defRPr>
            </a:defPPr>
            <a:lvl1pPr algn="l">
              <a:defRPr sz="1275" b="0" i="0">
                <a:solidFill>
                  <a:srgbClr val="737B71"/>
                </a:solidFill>
                <a:latin typeface="Arial"/>
                <a:ea typeface="Arial"/>
                <a:cs typeface="Arial"/>
              </a:defRPr>
            </a:lvl1pPr>
            <a:lvl2pPr algn="l">
              <a:defRPr sz="1275" b="0" i="0">
                <a:solidFill>
                  <a:srgbClr val="737B71"/>
                </a:solidFill>
                <a:latin typeface="Arial"/>
                <a:ea typeface="Arial"/>
                <a:cs typeface="Arial"/>
              </a:defRPr>
            </a:lvl2pPr>
            <a:lvl3pPr algn="l">
              <a:defRPr sz="1275" b="0" i="0">
                <a:solidFill>
                  <a:srgbClr val="737B71"/>
                </a:solidFill>
                <a:latin typeface="Arial"/>
                <a:ea typeface="Arial"/>
                <a:cs typeface="Arial"/>
              </a:defRPr>
            </a:lvl3pPr>
            <a:lvl4pPr algn="l">
              <a:defRPr sz="1275" b="0" i="0">
                <a:solidFill>
                  <a:srgbClr val="737B71"/>
                </a:solidFill>
                <a:latin typeface="Arial"/>
                <a:ea typeface="Arial"/>
                <a:cs typeface="Arial"/>
              </a:defRPr>
            </a:lvl4pPr>
            <a:lvl5pPr algn="l">
              <a:defRPr sz="1275" b="0" i="0">
                <a:solidFill>
                  <a:srgbClr val="737B71"/>
                </a:solidFill>
                <a:latin typeface="Arial"/>
                <a:ea typeface="Arial"/>
                <a:cs typeface="Arial"/>
              </a:defRPr>
            </a:lvl5pPr>
            <a:lvl6pPr algn="l">
              <a:defRPr sz="1275" b="0" i="0">
                <a:solidFill>
                  <a:srgbClr val="737B71"/>
                </a:solidFill>
                <a:latin typeface="Arial"/>
                <a:ea typeface="Arial"/>
                <a:cs typeface="Arial"/>
              </a:defRPr>
            </a:lvl6pPr>
            <a:lvl7pPr algn="l">
              <a:defRPr sz="1275" b="0" i="0">
                <a:solidFill>
                  <a:srgbClr val="737B71"/>
                </a:solidFill>
                <a:latin typeface="Arial"/>
                <a:ea typeface="Arial"/>
                <a:cs typeface="Arial"/>
              </a:defRPr>
            </a:lvl7pPr>
            <a:lvl8pPr algn="l">
              <a:defRPr sz="1275" b="0" i="0">
                <a:solidFill>
                  <a:srgbClr val="737B71"/>
                </a:solidFill>
                <a:latin typeface="Arial"/>
                <a:ea typeface="Arial"/>
                <a:cs typeface="Arial"/>
              </a:defRPr>
            </a:lvl8pPr>
            <a:lvl9pPr algn="l">
              <a:defRPr sz="1275" b="0" i="0">
                <a:solidFill>
                  <a:srgbClr val="737B71"/>
                </a:solidFill>
                <a:latin typeface="Arial"/>
                <a:ea typeface="Arial"/>
                <a:cs typeface="Arial"/>
              </a:defRPr>
            </a:lvl9pPr>
          </a:lstStyle>
          <a:p>
            <a:pPr algn="l">
              <a:defRPr sz="1275" b="0" i="0">
                <a:solidFill>
                  <a:srgbClr val="737B71"/>
                </a:solidFill>
                <a:latin typeface="Arial"/>
                <a:ea typeface="Arial"/>
                <a:cs typeface="Arial"/>
              </a:defRPr>
            </a:pPr>
            <a:r>
              <a:rPr sz="1275" b="0" i="0">
                <a:solidFill>
                  <a:srgbClr val="737B71"/>
                </a:solidFill>
                <a:latin typeface="Arial"/>
                <a:ea typeface="Arial"/>
                <a:cs typeface="Arial"/>
              </a:rPr>
              <a:t>Confirm each gate with the municipality, recycling partners and relevant network operators.</a:t>
            </a:r>
          </a:p>
        </p:txBody>
      </p:sp>
    </p:spTree>
    <p:extLst>
      <p:ext uri="{BB962C8B-B14F-4D97-AF65-F5344CB8AC3E}">
        <p14:creationId xmlns:p14="http://schemas.microsoft.com/office/powerpoint/2010/main" val="13640400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7382D"/>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14C98247-E57D-4A98-B64A-9AD849D23F4C}"/>
              </a:ext>
            </a:extLst>
          </p:cNvPr>
          <p:cNvSpPr>
            <a:spLocks noGrp="1"/>
          </p:cNvSpPr>
          <p:nvPr/>
        </p:nvSpPr>
        <p:spPr>
          <a:xfrm>
            <a:off x="0" y="0"/>
            <a:ext cx="133350" cy="6858000"/>
          </a:xfrm>
          <a:prstGeom prst="rect">
            <a:avLst/>
          </a:prstGeom>
          <a:solidFill>
            <a:srgbClr val="1D4B3A"/>
          </a:solidFill>
          <a:ln w="0">
            <a:noFill/>
            <a:prstDash val="solid"/>
          </a:ln>
        </p:spPr>
      </p:sp>
      <p:sp>
        <p:nvSpPr>
          <p:cNvPr id="2" name="Rectangle 1">
            <a:extLst>
              <a:ext uri="{FF2B5EF4-FFF2-40B4-BE49-F238E27FC236}">
                <a16:creationId xmlns:a16="http://schemas.microsoft.com/office/drawing/2014/main" id="{1A04E068-606E-4995-9B3C-5117BDB58DA6}"/>
              </a:ext>
            </a:extLst>
          </p:cNvPr>
          <p:cNvSpPr>
            <a:spLocks noGrp="1"/>
          </p:cNvSpPr>
          <p:nvPr/>
        </p:nvSpPr>
        <p:spPr>
          <a:xfrm>
            <a:off x="742950" y="781050"/>
            <a:ext cx="10715625" cy="685800"/>
          </a:xfrm>
          <a:prstGeom prst="rect">
            <a:avLst/>
          </a:prstGeom>
          <a:noFill/>
          <a:ln w="0">
            <a:noFill/>
            <a:prstDash val="solid"/>
          </a:ln>
        </p:spPr>
        <p:txBody>
          <a:bodyPr wrap="square" lIns="0" tIns="0" rIns="0" bIns="0" anchor="t">
            <a:noAutofit/>
          </a:bodyPr>
          <a:lstStyle>
            <a:defPPr algn="l">
              <a:defRPr sz="3675" b="1" i="0">
                <a:solidFill>
                  <a:srgbClr val="FFFDF8"/>
                </a:solidFill>
                <a:latin typeface="Arial"/>
                <a:ea typeface="Arial"/>
                <a:cs typeface="Arial"/>
              </a:defRPr>
            </a:defPPr>
            <a:lvl1pPr algn="l">
              <a:defRPr sz="3675" b="1" i="0">
                <a:solidFill>
                  <a:srgbClr val="FFFDF8"/>
                </a:solidFill>
                <a:latin typeface="Arial"/>
                <a:ea typeface="Arial"/>
                <a:cs typeface="Arial"/>
              </a:defRPr>
            </a:lvl1pPr>
            <a:lvl2pPr algn="l">
              <a:defRPr sz="3675" b="1" i="0">
                <a:solidFill>
                  <a:srgbClr val="FFFDF8"/>
                </a:solidFill>
                <a:latin typeface="Arial"/>
                <a:ea typeface="Arial"/>
                <a:cs typeface="Arial"/>
              </a:defRPr>
            </a:lvl2pPr>
            <a:lvl3pPr algn="l">
              <a:defRPr sz="3675" b="1" i="0">
                <a:solidFill>
                  <a:srgbClr val="FFFDF8"/>
                </a:solidFill>
                <a:latin typeface="Arial"/>
                <a:ea typeface="Arial"/>
                <a:cs typeface="Arial"/>
              </a:defRPr>
            </a:lvl3pPr>
            <a:lvl4pPr algn="l">
              <a:defRPr sz="3675" b="1" i="0">
                <a:solidFill>
                  <a:srgbClr val="FFFDF8"/>
                </a:solidFill>
                <a:latin typeface="Arial"/>
                <a:ea typeface="Arial"/>
                <a:cs typeface="Arial"/>
              </a:defRPr>
            </a:lvl4pPr>
            <a:lvl5pPr algn="l">
              <a:defRPr sz="3675" b="1" i="0">
                <a:solidFill>
                  <a:srgbClr val="FFFDF8"/>
                </a:solidFill>
                <a:latin typeface="Arial"/>
                <a:ea typeface="Arial"/>
                <a:cs typeface="Arial"/>
              </a:defRPr>
            </a:lvl5pPr>
            <a:lvl6pPr algn="l">
              <a:defRPr sz="3675" b="1" i="0">
                <a:solidFill>
                  <a:srgbClr val="FFFDF8"/>
                </a:solidFill>
                <a:latin typeface="Arial"/>
                <a:ea typeface="Arial"/>
                <a:cs typeface="Arial"/>
              </a:defRPr>
            </a:lvl6pPr>
            <a:lvl7pPr algn="l">
              <a:defRPr sz="3675" b="1" i="0">
                <a:solidFill>
                  <a:srgbClr val="FFFDF8"/>
                </a:solidFill>
                <a:latin typeface="Arial"/>
                <a:ea typeface="Arial"/>
                <a:cs typeface="Arial"/>
              </a:defRPr>
            </a:lvl7pPr>
            <a:lvl8pPr algn="l">
              <a:defRPr sz="3675" b="1" i="0">
                <a:solidFill>
                  <a:srgbClr val="FFFDF8"/>
                </a:solidFill>
                <a:latin typeface="Arial"/>
                <a:ea typeface="Arial"/>
                <a:cs typeface="Arial"/>
              </a:defRPr>
            </a:lvl8pPr>
            <a:lvl9pPr algn="l">
              <a:defRPr sz="3675" b="1" i="0">
                <a:solidFill>
                  <a:srgbClr val="FFFDF8"/>
                </a:solidFill>
                <a:latin typeface="Arial"/>
                <a:ea typeface="Arial"/>
                <a:cs typeface="Arial"/>
              </a:defRPr>
            </a:lvl9pPr>
          </a:lstStyle>
          <a:p>
            <a:pPr algn="l">
              <a:defRPr sz="3675" b="1" i="0">
                <a:solidFill>
                  <a:srgbClr val="FFFDF8"/>
                </a:solidFill>
                <a:latin typeface="Arial"/>
                <a:ea typeface="Arial"/>
                <a:cs typeface="Arial"/>
              </a:defRPr>
            </a:pPr>
            <a:r>
              <a:rPr sz="3675" b="1" i="0">
                <a:solidFill>
                  <a:srgbClr val="FFFDF8"/>
                </a:solidFill>
                <a:latin typeface="Arial"/>
                <a:ea typeface="Arial"/>
                <a:cs typeface="Arial"/>
              </a:rPr>
              <a:t>A first step for Skopje Circular</a:t>
            </a:r>
          </a:p>
        </p:txBody>
      </p:sp>
      <p:sp>
        <p:nvSpPr>
          <p:cNvPr id="3" name="Rectangle 2">
            <a:extLst>
              <a:ext uri="{FF2B5EF4-FFF2-40B4-BE49-F238E27FC236}">
                <a16:creationId xmlns:a16="http://schemas.microsoft.com/office/drawing/2014/main" id="{2B320576-C7B2-4F40-AAD1-9F7B242476D7}"/>
              </a:ext>
            </a:extLst>
          </p:cNvPr>
          <p:cNvSpPr>
            <a:spLocks noGrp="1"/>
          </p:cNvSpPr>
          <p:nvPr/>
        </p:nvSpPr>
        <p:spPr>
          <a:xfrm>
            <a:off x="762000" y="1714500"/>
            <a:ext cx="10648950" cy="19050"/>
          </a:xfrm>
          <a:prstGeom prst="rect">
            <a:avLst/>
          </a:prstGeom>
          <a:solidFill>
            <a:srgbClr val="385447"/>
          </a:solidFill>
          <a:ln w="0">
            <a:noFill/>
            <a:prstDash val="solid"/>
          </a:ln>
        </p:spPr>
      </p:sp>
      <p:sp>
        <p:nvSpPr>
          <p:cNvPr id="4" name="Rectangle 3">
            <a:extLst>
              <a:ext uri="{FF2B5EF4-FFF2-40B4-BE49-F238E27FC236}">
                <a16:creationId xmlns:a16="http://schemas.microsoft.com/office/drawing/2014/main" id="{7CEBACAC-8BA8-4DC2-8C07-97A8E9035EF1}"/>
              </a:ext>
            </a:extLst>
          </p:cNvPr>
          <p:cNvSpPr>
            <a:spLocks noGrp="1"/>
          </p:cNvSpPr>
          <p:nvPr/>
        </p:nvSpPr>
        <p:spPr>
          <a:xfrm>
            <a:off x="781050" y="2085975"/>
            <a:ext cx="7334250" cy="628650"/>
          </a:xfrm>
          <a:prstGeom prst="rect">
            <a:avLst/>
          </a:prstGeom>
          <a:noFill/>
          <a:ln w="0">
            <a:noFill/>
            <a:prstDash val="solid"/>
          </a:ln>
        </p:spPr>
        <p:txBody>
          <a:bodyPr wrap="square" lIns="0" tIns="0" rIns="0" bIns="0" anchor="t">
            <a:noAutofit/>
          </a:bodyPr>
          <a:lstStyle>
            <a:defPPr algn="l">
              <a:defRPr sz="2025" b="0" i="0">
                <a:solidFill>
                  <a:srgbClr val="C2CDC4"/>
                </a:solidFill>
                <a:latin typeface="Arial"/>
                <a:ea typeface="Arial"/>
                <a:cs typeface="Arial"/>
              </a:defRPr>
            </a:defPPr>
            <a:lvl1pPr algn="l">
              <a:defRPr sz="2025" b="0" i="0">
                <a:solidFill>
                  <a:srgbClr val="C2CDC4"/>
                </a:solidFill>
                <a:latin typeface="Arial"/>
                <a:ea typeface="Arial"/>
                <a:cs typeface="Arial"/>
              </a:defRPr>
            </a:lvl1pPr>
            <a:lvl2pPr algn="l">
              <a:defRPr sz="2025" b="0" i="0">
                <a:solidFill>
                  <a:srgbClr val="C2CDC4"/>
                </a:solidFill>
                <a:latin typeface="Arial"/>
                <a:ea typeface="Arial"/>
                <a:cs typeface="Arial"/>
              </a:defRPr>
            </a:lvl2pPr>
            <a:lvl3pPr algn="l">
              <a:defRPr sz="2025" b="0" i="0">
                <a:solidFill>
                  <a:srgbClr val="C2CDC4"/>
                </a:solidFill>
                <a:latin typeface="Arial"/>
                <a:ea typeface="Arial"/>
                <a:cs typeface="Arial"/>
              </a:defRPr>
            </a:lvl3pPr>
            <a:lvl4pPr algn="l">
              <a:defRPr sz="2025" b="0" i="0">
                <a:solidFill>
                  <a:srgbClr val="C2CDC4"/>
                </a:solidFill>
                <a:latin typeface="Arial"/>
                <a:ea typeface="Arial"/>
                <a:cs typeface="Arial"/>
              </a:defRPr>
            </a:lvl4pPr>
            <a:lvl5pPr algn="l">
              <a:defRPr sz="2025" b="0" i="0">
                <a:solidFill>
                  <a:srgbClr val="C2CDC4"/>
                </a:solidFill>
                <a:latin typeface="Arial"/>
                <a:ea typeface="Arial"/>
                <a:cs typeface="Arial"/>
              </a:defRPr>
            </a:lvl5pPr>
            <a:lvl6pPr algn="l">
              <a:defRPr sz="2025" b="0" i="0">
                <a:solidFill>
                  <a:srgbClr val="C2CDC4"/>
                </a:solidFill>
                <a:latin typeface="Arial"/>
                <a:ea typeface="Arial"/>
                <a:cs typeface="Arial"/>
              </a:defRPr>
            </a:lvl6pPr>
            <a:lvl7pPr algn="l">
              <a:defRPr sz="2025" b="0" i="0">
                <a:solidFill>
                  <a:srgbClr val="C2CDC4"/>
                </a:solidFill>
                <a:latin typeface="Arial"/>
                <a:ea typeface="Arial"/>
                <a:cs typeface="Arial"/>
              </a:defRPr>
            </a:lvl7pPr>
            <a:lvl8pPr algn="l">
              <a:defRPr sz="2025" b="0" i="0">
                <a:solidFill>
                  <a:srgbClr val="C2CDC4"/>
                </a:solidFill>
                <a:latin typeface="Arial"/>
                <a:ea typeface="Arial"/>
                <a:cs typeface="Arial"/>
              </a:defRPr>
            </a:lvl8pPr>
            <a:lvl9pPr algn="l">
              <a:defRPr sz="2025" b="0" i="0">
                <a:solidFill>
                  <a:srgbClr val="C2CDC4"/>
                </a:solidFill>
                <a:latin typeface="Arial"/>
                <a:ea typeface="Arial"/>
                <a:cs typeface="Arial"/>
              </a:defRPr>
            </a:lvl9pPr>
          </a:lstStyle>
          <a:p>
            <a:pPr algn="l">
              <a:defRPr sz="2025" b="0" i="0">
                <a:solidFill>
                  <a:srgbClr val="C2CDC4"/>
                </a:solidFill>
                <a:latin typeface="Arial"/>
                <a:ea typeface="Arial"/>
                <a:cs typeface="Arial"/>
              </a:defRPr>
            </a:pPr>
            <a:r>
              <a:rPr sz="2025" b="0" i="0">
                <a:solidFill>
                  <a:srgbClr val="C2CDC4"/>
                </a:solidFill>
                <a:latin typeface="Arial"/>
                <a:ea typeface="Arial"/>
                <a:cs typeface="Arial"/>
              </a:rPr>
              <a:t>Build the verified map and test interest before designing a collection service.</a:t>
            </a:r>
          </a:p>
        </p:txBody>
      </p:sp>
      <p:sp>
        <p:nvSpPr>
          <p:cNvPr id="5" name="Oval 4">
            <a:extLst>
              <a:ext uri="{FF2B5EF4-FFF2-40B4-BE49-F238E27FC236}">
                <a16:creationId xmlns:a16="http://schemas.microsoft.com/office/drawing/2014/main" id="{728655C5-C5D2-4955-8A88-836EB04EDDF1}"/>
              </a:ext>
            </a:extLst>
          </p:cNvPr>
          <p:cNvSpPr>
            <a:spLocks noGrp="1"/>
          </p:cNvSpPr>
          <p:nvPr/>
        </p:nvSpPr>
        <p:spPr>
          <a:xfrm>
            <a:off x="876300" y="3219450"/>
            <a:ext cx="209550" cy="209550"/>
          </a:xfrm>
          <a:prstGeom prst="ellipse">
            <a:avLst/>
          </a:prstGeom>
          <a:solidFill>
            <a:srgbClr val="82977F"/>
          </a:solidFill>
          <a:ln w="0">
            <a:noFill/>
            <a:prstDash val="solid"/>
          </a:ln>
        </p:spPr>
      </p:sp>
      <p:sp>
        <p:nvSpPr>
          <p:cNvPr id="6" name="Rectangle 5">
            <a:extLst>
              <a:ext uri="{FF2B5EF4-FFF2-40B4-BE49-F238E27FC236}">
                <a16:creationId xmlns:a16="http://schemas.microsoft.com/office/drawing/2014/main" id="{470C4777-946B-42C9-B716-6B63AE452DA3}"/>
              </a:ext>
            </a:extLst>
          </p:cNvPr>
          <p:cNvSpPr>
            <a:spLocks noGrp="1"/>
          </p:cNvSpPr>
          <p:nvPr/>
        </p:nvSpPr>
        <p:spPr>
          <a:xfrm>
            <a:off x="904875" y="3228975"/>
            <a:ext cx="152400" cy="171450"/>
          </a:xfrm>
          <a:prstGeom prst="rect">
            <a:avLst/>
          </a:prstGeom>
          <a:noFill/>
          <a:ln w="0">
            <a:noFill/>
            <a:prstDash val="solid"/>
          </a:ln>
        </p:spPr>
        <p:txBody>
          <a:bodyPr wrap="square" lIns="0" tIns="0" rIns="0" bIns="0" anchor="ctr">
            <a:noAutofit/>
          </a:bodyPr>
          <a:lstStyle>
            <a:defPPr algn="ctr">
              <a:defRPr sz="975" b="1" i="0">
                <a:solidFill>
                  <a:srgbClr val="17382D"/>
                </a:solidFill>
                <a:latin typeface="Arial"/>
                <a:ea typeface="Arial"/>
                <a:cs typeface="Arial"/>
              </a:defRPr>
            </a:defPPr>
            <a:lvl1pPr algn="ctr">
              <a:defRPr sz="975" b="1" i="0">
                <a:solidFill>
                  <a:srgbClr val="17382D"/>
                </a:solidFill>
                <a:latin typeface="Arial"/>
                <a:ea typeface="Arial"/>
                <a:cs typeface="Arial"/>
              </a:defRPr>
            </a:lvl1pPr>
            <a:lvl2pPr algn="ctr">
              <a:defRPr sz="975" b="1" i="0">
                <a:solidFill>
                  <a:srgbClr val="17382D"/>
                </a:solidFill>
                <a:latin typeface="Arial"/>
                <a:ea typeface="Arial"/>
                <a:cs typeface="Arial"/>
              </a:defRPr>
            </a:lvl2pPr>
            <a:lvl3pPr algn="ctr">
              <a:defRPr sz="975" b="1" i="0">
                <a:solidFill>
                  <a:srgbClr val="17382D"/>
                </a:solidFill>
                <a:latin typeface="Arial"/>
                <a:ea typeface="Arial"/>
                <a:cs typeface="Arial"/>
              </a:defRPr>
            </a:lvl3pPr>
            <a:lvl4pPr algn="ctr">
              <a:defRPr sz="975" b="1" i="0">
                <a:solidFill>
                  <a:srgbClr val="17382D"/>
                </a:solidFill>
                <a:latin typeface="Arial"/>
                <a:ea typeface="Arial"/>
                <a:cs typeface="Arial"/>
              </a:defRPr>
            </a:lvl4pPr>
            <a:lvl5pPr algn="ctr">
              <a:defRPr sz="975" b="1" i="0">
                <a:solidFill>
                  <a:srgbClr val="17382D"/>
                </a:solidFill>
                <a:latin typeface="Arial"/>
                <a:ea typeface="Arial"/>
                <a:cs typeface="Arial"/>
              </a:defRPr>
            </a:lvl5pPr>
            <a:lvl6pPr algn="ctr">
              <a:defRPr sz="975" b="1" i="0">
                <a:solidFill>
                  <a:srgbClr val="17382D"/>
                </a:solidFill>
                <a:latin typeface="Arial"/>
                <a:ea typeface="Arial"/>
                <a:cs typeface="Arial"/>
              </a:defRPr>
            </a:lvl6pPr>
            <a:lvl7pPr algn="ctr">
              <a:defRPr sz="975" b="1" i="0">
                <a:solidFill>
                  <a:srgbClr val="17382D"/>
                </a:solidFill>
                <a:latin typeface="Arial"/>
                <a:ea typeface="Arial"/>
                <a:cs typeface="Arial"/>
              </a:defRPr>
            </a:lvl7pPr>
            <a:lvl8pPr algn="ctr">
              <a:defRPr sz="975" b="1" i="0">
                <a:solidFill>
                  <a:srgbClr val="17382D"/>
                </a:solidFill>
                <a:latin typeface="Arial"/>
                <a:ea typeface="Arial"/>
                <a:cs typeface="Arial"/>
              </a:defRPr>
            </a:lvl8pPr>
            <a:lvl9pPr algn="ctr">
              <a:defRPr sz="975" b="1" i="0">
                <a:solidFill>
                  <a:srgbClr val="17382D"/>
                </a:solidFill>
                <a:latin typeface="Arial"/>
                <a:ea typeface="Arial"/>
                <a:cs typeface="Arial"/>
              </a:defRPr>
            </a:lvl9pPr>
          </a:lstStyle>
          <a:p>
            <a:pPr algn="ctr">
              <a:defRPr sz="975" b="1" i="0">
                <a:solidFill>
                  <a:srgbClr val="17382D"/>
                </a:solidFill>
                <a:latin typeface="Arial"/>
                <a:ea typeface="Arial"/>
                <a:cs typeface="Arial"/>
              </a:defRPr>
            </a:pPr>
            <a:r>
              <a:rPr sz="975" b="1" i="0">
                <a:solidFill>
                  <a:srgbClr val="17382D"/>
                </a:solidFill>
                <a:latin typeface="Arial"/>
                <a:ea typeface="Arial"/>
                <a:cs typeface="Arial"/>
              </a:rPr>
              <a:t>1</a:t>
            </a:r>
          </a:p>
        </p:txBody>
      </p:sp>
      <p:sp>
        <p:nvSpPr>
          <p:cNvPr id="7" name="Rectangle 6">
            <a:extLst>
              <a:ext uri="{FF2B5EF4-FFF2-40B4-BE49-F238E27FC236}">
                <a16:creationId xmlns:a16="http://schemas.microsoft.com/office/drawing/2014/main" id="{607B5E40-9C77-4C3E-A5E6-31FFFA841B9D}"/>
              </a:ext>
            </a:extLst>
          </p:cNvPr>
          <p:cNvSpPr>
            <a:spLocks noGrp="1"/>
          </p:cNvSpPr>
          <p:nvPr/>
        </p:nvSpPr>
        <p:spPr>
          <a:xfrm>
            <a:off x="1238250" y="3162300"/>
            <a:ext cx="2476500" cy="285750"/>
          </a:xfrm>
          <a:prstGeom prst="rect">
            <a:avLst/>
          </a:prstGeom>
          <a:noFill/>
          <a:ln w="0">
            <a:noFill/>
            <a:prstDash val="solid"/>
          </a:ln>
        </p:spPr>
        <p:txBody>
          <a:bodyPr wrap="square" lIns="0" tIns="0" rIns="0" bIns="0" anchor="t">
            <a:noAutofit/>
          </a:bodyPr>
          <a:lstStyle>
            <a:defPPr algn="l">
              <a:defRPr sz="1725" b="1" i="0">
                <a:solidFill>
                  <a:srgbClr val="FFFDF8"/>
                </a:solidFill>
                <a:latin typeface="Arial"/>
                <a:ea typeface="Arial"/>
                <a:cs typeface="Arial"/>
              </a:defRPr>
            </a:defPPr>
            <a:lvl1pPr algn="l">
              <a:defRPr sz="1725" b="1" i="0">
                <a:solidFill>
                  <a:srgbClr val="FFFDF8"/>
                </a:solidFill>
                <a:latin typeface="Arial"/>
                <a:ea typeface="Arial"/>
                <a:cs typeface="Arial"/>
              </a:defRPr>
            </a:lvl1pPr>
            <a:lvl2pPr algn="l">
              <a:defRPr sz="1725" b="1" i="0">
                <a:solidFill>
                  <a:srgbClr val="FFFDF8"/>
                </a:solidFill>
                <a:latin typeface="Arial"/>
                <a:ea typeface="Arial"/>
                <a:cs typeface="Arial"/>
              </a:defRPr>
            </a:lvl2pPr>
            <a:lvl3pPr algn="l">
              <a:defRPr sz="1725" b="1" i="0">
                <a:solidFill>
                  <a:srgbClr val="FFFDF8"/>
                </a:solidFill>
                <a:latin typeface="Arial"/>
                <a:ea typeface="Arial"/>
                <a:cs typeface="Arial"/>
              </a:defRPr>
            </a:lvl3pPr>
            <a:lvl4pPr algn="l">
              <a:defRPr sz="1725" b="1" i="0">
                <a:solidFill>
                  <a:srgbClr val="FFFDF8"/>
                </a:solidFill>
                <a:latin typeface="Arial"/>
                <a:ea typeface="Arial"/>
                <a:cs typeface="Arial"/>
              </a:defRPr>
            </a:lvl4pPr>
            <a:lvl5pPr algn="l">
              <a:defRPr sz="1725" b="1" i="0">
                <a:solidFill>
                  <a:srgbClr val="FFFDF8"/>
                </a:solidFill>
                <a:latin typeface="Arial"/>
                <a:ea typeface="Arial"/>
                <a:cs typeface="Arial"/>
              </a:defRPr>
            </a:lvl5pPr>
            <a:lvl6pPr algn="l">
              <a:defRPr sz="1725" b="1" i="0">
                <a:solidFill>
                  <a:srgbClr val="FFFDF8"/>
                </a:solidFill>
                <a:latin typeface="Arial"/>
                <a:ea typeface="Arial"/>
                <a:cs typeface="Arial"/>
              </a:defRPr>
            </a:lvl6pPr>
            <a:lvl7pPr algn="l">
              <a:defRPr sz="1725" b="1" i="0">
                <a:solidFill>
                  <a:srgbClr val="FFFDF8"/>
                </a:solidFill>
                <a:latin typeface="Arial"/>
                <a:ea typeface="Arial"/>
                <a:cs typeface="Arial"/>
              </a:defRPr>
            </a:lvl7pPr>
            <a:lvl8pPr algn="l">
              <a:defRPr sz="1725" b="1" i="0">
                <a:solidFill>
                  <a:srgbClr val="FFFDF8"/>
                </a:solidFill>
                <a:latin typeface="Arial"/>
                <a:ea typeface="Arial"/>
                <a:cs typeface="Arial"/>
              </a:defRPr>
            </a:lvl8pPr>
            <a:lvl9pPr algn="l">
              <a:defRPr sz="1725" b="1" i="0">
                <a:solidFill>
                  <a:srgbClr val="FFFDF8"/>
                </a:solidFill>
                <a:latin typeface="Arial"/>
                <a:ea typeface="Arial"/>
                <a:cs typeface="Arial"/>
              </a:defRPr>
            </a:lvl9pPr>
          </a:lstStyle>
          <a:p>
            <a:pPr algn="l">
              <a:defRPr sz="1725" b="1" i="0">
                <a:solidFill>
                  <a:srgbClr val="FFFDF8"/>
                </a:solidFill>
                <a:latin typeface="Arial"/>
                <a:ea typeface="Arial"/>
                <a:cs typeface="Arial"/>
              </a:defRPr>
            </a:pPr>
            <a:r>
              <a:rPr sz="1725" b="1" i="0">
                <a:solidFill>
                  <a:srgbClr val="FFFDF8"/>
                </a:solidFill>
                <a:latin typeface="Arial"/>
                <a:ea typeface="Arial"/>
                <a:cs typeface="Arial"/>
              </a:rPr>
              <a:t>Municipal sponsor</a:t>
            </a:r>
          </a:p>
        </p:txBody>
      </p:sp>
      <p:sp>
        <p:nvSpPr>
          <p:cNvPr id="8" name="Rectangle 7">
            <a:extLst>
              <a:ext uri="{FF2B5EF4-FFF2-40B4-BE49-F238E27FC236}">
                <a16:creationId xmlns:a16="http://schemas.microsoft.com/office/drawing/2014/main" id="{01707395-FE51-4CD8-A6C7-59A305277DAD}"/>
              </a:ext>
            </a:extLst>
          </p:cNvPr>
          <p:cNvSpPr>
            <a:spLocks noGrp="1"/>
          </p:cNvSpPr>
          <p:nvPr/>
        </p:nvSpPr>
        <p:spPr>
          <a:xfrm>
            <a:off x="3790950" y="3162300"/>
            <a:ext cx="4667250" cy="457200"/>
          </a:xfrm>
          <a:prstGeom prst="rect">
            <a:avLst/>
          </a:prstGeom>
          <a:noFill/>
          <a:ln w="0">
            <a:noFill/>
            <a:prstDash val="solid"/>
          </a:ln>
        </p:spPr>
        <p:txBody>
          <a:bodyPr wrap="square" lIns="0" tIns="0" rIns="0" bIns="0" anchor="t">
            <a:noAutofit/>
          </a:bodyPr>
          <a:lstStyle>
            <a:defPPr algn="l">
              <a:defRPr sz="1500" b="0" i="0">
                <a:solidFill>
                  <a:srgbClr val="C2CDC4"/>
                </a:solidFill>
                <a:latin typeface="Arial"/>
                <a:ea typeface="Arial"/>
                <a:cs typeface="Arial"/>
              </a:defRPr>
            </a:defPPr>
            <a:lvl1pPr algn="l">
              <a:defRPr sz="1500" b="0" i="0">
                <a:solidFill>
                  <a:srgbClr val="C2CDC4"/>
                </a:solidFill>
                <a:latin typeface="Arial"/>
                <a:ea typeface="Arial"/>
                <a:cs typeface="Arial"/>
              </a:defRPr>
            </a:lvl1pPr>
            <a:lvl2pPr algn="l">
              <a:defRPr sz="1500" b="0" i="0">
                <a:solidFill>
                  <a:srgbClr val="C2CDC4"/>
                </a:solidFill>
                <a:latin typeface="Arial"/>
                <a:ea typeface="Arial"/>
                <a:cs typeface="Arial"/>
              </a:defRPr>
            </a:lvl2pPr>
            <a:lvl3pPr algn="l">
              <a:defRPr sz="1500" b="0" i="0">
                <a:solidFill>
                  <a:srgbClr val="C2CDC4"/>
                </a:solidFill>
                <a:latin typeface="Arial"/>
                <a:ea typeface="Arial"/>
                <a:cs typeface="Arial"/>
              </a:defRPr>
            </a:lvl3pPr>
            <a:lvl4pPr algn="l">
              <a:defRPr sz="1500" b="0" i="0">
                <a:solidFill>
                  <a:srgbClr val="C2CDC4"/>
                </a:solidFill>
                <a:latin typeface="Arial"/>
                <a:ea typeface="Arial"/>
                <a:cs typeface="Arial"/>
              </a:defRPr>
            </a:lvl4pPr>
            <a:lvl5pPr algn="l">
              <a:defRPr sz="1500" b="0" i="0">
                <a:solidFill>
                  <a:srgbClr val="C2CDC4"/>
                </a:solidFill>
                <a:latin typeface="Arial"/>
                <a:ea typeface="Arial"/>
                <a:cs typeface="Arial"/>
              </a:defRPr>
            </a:lvl5pPr>
            <a:lvl6pPr algn="l">
              <a:defRPr sz="1500" b="0" i="0">
                <a:solidFill>
                  <a:srgbClr val="C2CDC4"/>
                </a:solidFill>
                <a:latin typeface="Arial"/>
                <a:ea typeface="Arial"/>
                <a:cs typeface="Arial"/>
              </a:defRPr>
            </a:lvl6pPr>
            <a:lvl7pPr algn="l">
              <a:defRPr sz="1500" b="0" i="0">
                <a:solidFill>
                  <a:srgbClr val="C2CDC4"/>
                </a:solidFill>
                <a:latin typeface="Arial"/>
                <a:ea typeface="Arial"/>
                <a:cs typeface="Arial"/>
              </a:defRPr>
            </a:lvl7pPr>
            <a:lvl8pPr algn="l">
              <a:defRPr sz="1500" b="0" i="0">
                <a:solidFill>
                  <a:srgbClr val="C2CDC4"/>
                </a:solidFill>
                <a:latin typeface="Arial"/>
                <a:ea typeface="Arial"/>
                <a:cs typeface="Arial"/>
              </a:defRPr>
            </a:lvl8pPr>
            <a:lvl9pPr algn="l">
              <a:defRPr sz="1500" b="0" i="0">
                <a:solidFill>
                  <a:srgbClr val="C2CDC4"/>
                </a:solidFill>
                <a:latin typeface="Arial"/>
                <a:ea typeface="Arial"/>
                <a:cs typeface="Arial"/>
              </a:defRPr>
            </a:lvl9pPr>
          </a:lstStyle>
          <a:p>
            <a:pPr algn="l">
              <a:defRPr sz="1500" b="0" i="0">
                <a:solidFill>
                  <a:srgbClr val="C2CDC4"/>
                </a:solidFill>
                <a:latin typeface="Arial"/>
                <a:ea typeface="Arial"/>
                <a:cs typeface="Arial"/>
              </a:defRPr>
            </a:pPr>
            <a:r>
              <a:rPr sz="1500" b="0" i="0">
                <a:solidFill>
                  <a:srgbClr val="C2CDC4"/>
                </a:solidFill>
                <a:latin typeface="Arial"/>
                <a:ea typeface="Arial"/>
                <a:cs typeface="Arial"/>
              </a:rPr>
              <a:t>Name an owner for verified locations and data updates.</a:t>
            </a:r>
          </a:p>
        </p:txBody>
      </p:sp>
      <p:sp>
        <p:nvSpPr>
          <p:cNvPr id="9" name="Oval 8">
            <a:extLst>
              <a:ext uri="{FF2B5EF4-FFF2-40B4-BE49-F238E27FC236}">
                <a16:creationId xmlns:a16="http://schemas.microsoft.com/office/drawing/2014/main" id="{17684C64-C657-4250-A43D-3070ACFE2841}"/>
              </a:ext>
            </a:extLst>
          </p:cNvPr>
          <p:cNvSpPr>
            <a:spLocks noGrp="1"/>
          </p:cNvSpPr>
          <p:nvPr/>
        </p:nvSpPr>
        <p:spPr>
          <a:xfrm>
            <a:off x="876300" y="4038600"/>
            <a:ext cx="209550" cy="209550"/>
          </a:xfrm>
          <a:prstGeom prst="ellipse">
            <a:avLst/>
          </a:prstGeom>
          <a:solidFill>
            <a:srgbClr val="9FB5A7"/>
          </a:solidFill>
          <a:ln w="0">
            <a:noFill/>
            <a:prstDash val="solid"/>
          </a:ln>
        </p:spPr>
      </p:sp>
      <p:sp>
        <p:nvSpPr>
          <p:cNvPr id="10" name="Rectangle 9">
            <a:extLst>
              <a:ext uri="{FF2B5EF4-FFF2-40B4-BE49-F238E27FC236}">
                <a16:creationId xmlns:a16="http://schemas.microsoft.com/office/drawing/2014/main" id="{572A75F3-7D6F-46E6-8184-15ACEE11463A}"/>
              </a:ext>
            </a:extLst>
          </p:cNvPr>
          <p:cNvSpPr>
            <a:spLocks noGrp="1"/>
          </p:cNvSpPr>
          <p:nvPr/>
        </p:nvSpPr>
        <p:spPr>
          <a:xfrm>
            <a:off x="904875" y="4048125"/>
            <a:ext cx="152400" cy="171450"/>
          </a:xfrm>
          <a:prstGeom prst="rect">
            <a:avLst/>
          </a:prstGeom>
          <a:noFill/>
          <a:ln w="0">
            <a:noFill/>
            <a:prstDash val="solid"/>
          </a:ln>
        </p:spPr>
        <p:txBody>
          <a:bodyPr wrap="square" lIns="0" tIns="0" rIns="0" bIns="0" anchor="ctr">
            <a:noAutofit/>
          </a:bodyPr>
          <a:lstStyle>
            <a:defPPr algn="ctr">
              <a:defRPr sz="975" b="1" i="0">
                <a:solidFill>
                  <a:srgbClr val="17382D"/>
                </a:solidFill>
                <a:latin typeface="Arial"/>
                <a:ea typeface="Arial"/>
                <a:cs typeface="Arial"/>
              </a:defRPr>
            </a:defPPr>
            <a:lvl1pPr algn="ctr">
              <a:defRPr sz="975" b="1" i="0">
                <a:solidFill>
                  <a:srgbClr val="17382D"/>
                </a:solidFill>
                <a:latin typeface="Arial"/>
                <a:ea typeface="Arial"/>
                <a:cs typeface="Arial"/>
              </a:defRPr>
            </a:lvl1pPr>
            <a:lvl2pPr algn="ctr">
              <a:defRPr sz="975" b="1" i="0">
                <a:solidFill>
                  <a:srgbClr val="17382D"/>
                </a:solidFill>
                <a:latin typeface="Arial"/>
                <a:ea typeface="Arial"/>
                <a:cs typeface="Arial"/>
              </a:defRPr>
            </a:lvl2pPr>
            <a:lvl3pPr algn="ctr">
              <a:defRPr sz="975" b="1" i="0">
                <a:solidFill>
                  <a:srgbClr val="17382D"/>
                </a:solidFill>
                <a:latin typeface="Arial"/>
                <a:ea typeface="Arial"/>
                <a:cs typeface="Arial"/>
              </a:defRPr>
            </a:lvl3pPr>
            <a:lvl4pPr algn="ctr">
              <a:defRPr sz="975" b="1" i="0">
                <a:solidFill>
                  <a:srgbClr val="17382D"/>
                </a:solidFill>
                <a:latin typeface="Arial"/>
                <a:ea typeface="Arial"/>
                <a:cs typeface="Arial"/>
              </a:defRPr>
            </a:lvl4pPr>
            <a:lvl5pPr algn="ctr">
              <a:defRPr sz="975" b="1" i="0">
                <a:solidFill>
                  <a:srgbClr val="17382D"/>
                </a:solidFill>
                <a:latin typeface="Arial"/>
                <a:ea typeface="Arial"/>
                <a:cs typeface="Arial"/>
              </a:defRPr>
            </a:lvl5pPr>
            <a:lvl6pPr algn="ctr">
              <a:defRPr sz="975" b="1" i="0">
                <a:solidFill>
                  <a:srgbClr val="17382D"/>
                </a:solidFill>
                <a:latin typeface="Arial"/>
                <a:ea typeface="Arial"/>
                <a:cs typeface="Arial"/>
              </a:defRPr>
            </a:lvl6pPr>
            <a:lvl7pPr algn="ctr">
              <a:defRPr sz="975" b="1" i="0">
                <a:solidFill>
                  <a:srgbClr val="17382D"/>
                </a:solidFill>
                <a:latin typeface="Arial"/>
                <a:ea typeface="Arial"/>
                <a:cs typeface="Arial"/>
              </a:defRPr>
            </a:lvl7pPr>
            <a:lvl8pPr algn="ctr">
              <a:defRPr sz="975" b="1" i="0">
                <a:solidFill>
                  <a:srgbClr val="17382D"/>
                </a:solidFill>
                <a:latin typeface="Arial"/>
                <a:ea typeface="Arial"/>
                <a:cs typeface="Arial"/>
              </a:defRPr>
            </a:lvl8pPr>
            <a:lvl9pPr algn="ctr">
              <a:defRPr sz="975" b="1" i="0">
                <a:solidFill>
                  <a:srgbClr val="17382D"/>
                </a:solidFill>
                <a:latin typeface="Arial"/>
                <a:ea typeface="Arial"/>
                <a:cs typeface="Arial"/>
              </a:defRPr>
            </a:lvl9pPr>
          </a:lstStyle>
          <a:p>
            <a:pPr algn="ctr">
              <a:defRPr sz="975" b="1" i="0">
                <a:solidFill>
                  <a:srgbClr val="17382D"/>
                </a:solidFill>
                <a:latin typeface="Arial"/>
                <a:ea typeface="Arial"/>
                <a:cs typeface="Arial"/>
              </a:defRPr>
            </a:pPr>
            <a:r>
              <a:rPr sz="975" b="1" i="0">
                <a:solidFill>
                  <a:srgbClr val="17382D"/>
                </a:solidFill>
                <a:latin typeface="Arial"/>
                <a:ea typeface="Arial"/>
                <a:cs typeface="Arial"/>
              </a:rPr>
              <a:t>2</a:t>
            </a:r>
          </a:p>
        </p:txBody>
      </p:sp>
      <p:sp>
        <p:nvSpPr>
          <p:cNvPr id="11" name="Rectangle 10">
            <a:extLst>
              <a:ext uri="{FF2B5EF4-FFF2-40B4-BE49-F238E27FC236}">
                <a16:creationId xmlns:a16="http://schemas.microsoft.com/office/drawing/2014/main" id="{B41FAEA0-FBAD-44FD-9457-265F4BFB7438}"/>
              </a:ext>
            </a:extLst>
          </p:cNvPr>
          <p:cNvSpPr>
            <a:spLocks noGrp="1"/>
          </p:cNvSpPr>
          <p:nvPr/>
        </p:nvSpPr>
        <p:spPr>
          <a:xfrm>
            <a:off x="1238250" y="3981450"/>
            <a:ext cx="2476500" cy="285750"/>
          </a:xfrm>
          <a:prstGeom prst="rect">
            <a:avLst/>
          </a:prstGeom>
          <a:noFill/>
          <a:ln w="0">
            <a:noFill/>
            <a:prstDash val="solid"/>
          </a:ln>
        </p:spPr>
        <p:txBody>
          <a:bodyPr wrap="square" lIns="0" tIns="0" rIns="0" bIns="0" anchor="t">
            <a:noAutofit/>
          </a:bodyPr>
          <a:lstStyle>
            <a:defPPr algn="l">
              <a:defRPr sz="1725" b="1" i="0">
                <a:solidFill>
                  <a:srgbClr val="FFFDF8"/>
                </a:solidFill>
                <a:latin typeface="Arial"/>
                <a:ea typeface="Arial"/>
                <a:cs typeface="Arial"/>
              </a:defRPr>
            </a:defPPr>
            <a:lvl1pPr algn="l">
              <a:defRPr sz="1725" b="1" i="0">
                <a:solidFill>
                  <a:srgbClr val="FFFDF8"/>
                </a:solidFill>
                <a:latin typeface="Arial"/>
                <a:ea typeface="Arial"/>
                <a:cs typeface="Arial"/>
              </a:defRPr>
            </a:lvl1pPr>
            <a:lvl2pPr algn="l">
              <a:defRPr sz="1725" b="1" i="0">
                <a:solidFill>
                  <a:srgbClr val="FFFDF8"/>
                </a:solidFill>
                <a:latin typeface="Arial"/>
                <a:ea typeface="Arial"/>
                <a:cs typeface="Arial"/>
              </a:defRPr>
            </a:lvl2pPr>
            <a:lvl3pPr algn="l">
              <a:defRPr sz="1725" b="1" i="0">
                <a:solidFill>
                  <a:srgbClr val="FFFDF8"/>
                </a:solidFill>
                <a:latin typeface="Arial"/>
                <a:ea typeface="Arial"/>
                <a:cs typeface="Arial"/>
              </a:defRPr>
            </a:lvl3pPr>
            <a:lvl4pPr algn="l">
              <a:defRPr sz="1725" b="1" i="0">
                <a:solidFill>
                  <a:srgbClr val="FFFDF8"/>
                </a:solidFill>
                <a:latin typeface="Arial"/>
                <a:ea typeface="Arial"/>
                <a:cs typeface="Arial"/>
              </a:defRPr>
            </a:lvl4pPr>
            <a:lvl5pPr algn="l">
              <a:defRPr sz="1725" b="1" i="0">
                <a:solidFill>
                  <a:srgbClr val="FFFDF8"/>
                </a:solidFill>
                <a:latin typeface="Arial"/>
                <a:ea typeface="Arial"/>
                <a:cs typeface="Arial"/>
              </a:defRPr>
            </a:lvl5pPr>
            <a:lvl6pPr algn="l">
              <a:defRPr sz="1725" b="1" i="0">
                <a:solidFill>
                  <a:srgbClr val="FFFDF8"/>
                </a:solidFill>
                <a:latin typeface="Arial"/>
                <a:ea typeface="Arial"/>
                <a:cs typeface="Arial"/>
              </a:defRPr>
            </a:lvl6pPr>
            <a:lvl7pPr algn="l">
              <a:defRPr sz="1725" b="1" i="0">
                <a:solidFill>
                  <a:srgbClr val="FFFDF8"/>
                </a:solidFill>
                <a:latin typeface="Arial"/>
                <a:ea typeface="Arial"/>
                <a:cs typeface="Arial"/>
              </a:defRPr>
            </a:lvl7pPr>
            <a:lvl8pPr algn="l">
              <a:defRPr sz="1725" b="1" i="0">
                <a:solidFill>
                  <a:srgbClr val="FFFDF8"/>
                </a:solidFill>
                <a:latin typeface="Arial"/>
                <a:ea typeface="Arial"/>
                <a:cs typeface="Arial"/>
              </a:defRPr>
            </a:lvl8pPr>
            <a:lvl9pPr algn="l">
              <a:defRPr sz="1725" b="1" i="0">
                <a:solidFill>
                  <a:srgbClr val="FFFDF8"/>
                </a:solidFill>
                <a:latin typeface="Arial"/>
                <a:ea typeface="Arial"/>
                <a:cs typeface="Arial"/>
              </a:defRPr>
            </a:lvl9pPr>
          </a:lstStyle>
          <a:p>
            <a:pPr algn="l">
              <a:defRPr sz="1725" b="1" i="0">
                <a:solidFill>
                  <a:srgbClr val="FFFDF8"/>
                </a:solidFill>
                <a:latin typeface="Arial"/>
                <a:ea typeface="Arial"/>
                <a:cs typeface="Arial"/>
              </a:defRPr>
            </a:pPr>
            <a:r>
              <a:rPr sz="1725" b="1" i="0">
                <a:solidFill>
                  <a:srgbClr val="FFFDF8"/>
                </a:solidFill>
                <a:latin typeface="Arial"/>
                <a:ea typeface="Arial"/>
                <a:cs typeface="Arial"/>
              </a:rPr>
              <a:t>Recycling partners</a:t>
            </a:r>
          </a:p>
        </p:txBody>
      </p:sp>
      <p:sp>
        <p:nvSpPr>
          <p:cNvPr id="12" name="Rectangle 11">
            <a:extLst>
              <a:ext uri="{FF2B5EF4-FFF2-40B4-BE49-F238E27FC236}">
                <a16:creationId xmlns:a16="http://schemas.microsoft.com/office/drawing/2014/main" id="{E4855345-45E2-4203-8C22-7E0D04C935FC}"/>
              </a:ext>
            </a:extLst>
          </p:cNvPr>
          <p:cNvSpPr>
            <a:spLocks noGrp="1"/>
          </p:cNvSpPr>
          <p:nvPr/>
        </p:nvSpPr>
        <p:spPr>
          <a:xfrm>
            <a:off x="3790950" y="3981450"/>
            <a:ext cx="4667250" cy="457200"/>
          </a:xfrm>
          <a:prstGeom prst="rect">
            <a:avLst/>
          </a:prstGeom>
          <a:noFill/>
          <a:ln w="0">
            <a:noFill/>
            <a:prstDash val="solid"/>
          </a:ln>
        </p:spPr>
        <p:txBody>
          <a:bodyPr wrap="square" lIns="0" tIns="0" rIns="0" bIns="0" anchor="t">
            <a:noAutofit/>
          </a:bodyPr>
          <a:lstStyle>
            <a:defPPr algn="l">
              <a:defRPr sz="1500" b="0" i="0">
                <a:solidFill>
                  <a:srgbClr val="C2CDC4"/>
                </a:solidFill>
                <a:latin typeface="Arial"/>
                <a:ea typeface="Arial"/>
                <a:cs typeface="Arial"/>
              </a:defRPr>
            </a:defPPr>
            <a:lvl1pPr algn="l">
              <a:defRPr sz="1500" b="0" i="0">
                <a:solidFill>
                  <a:srgbClr val="C2CDC4"/>
                </a:solidFill>
                <a:latin typeface="Arial"/>
                <a:ea typeface="Arial"/>
                <a:cs typeface="Arial"/>
              </a:defRPr>
            </a:lvl1pPr>
            <a:lvl2pPr algn="l">
              <a:defRPr sz="1500" b="0" i="0">
                <a:solidFill>
                  <a:srgbClr val="C2CDC4"/>
                </a:solidFill>
                <a:latin typeface="Arial"/>
                <a:ea typeface="Arial"/>
                <a:cs typeface="Arial"/>
              </a:defRPr>
            </a:lvl2pPr>
            <a:lvl3pPr algn="l">
              <a:defRPr sz="1500" b="0" i="0">
                <a:solidFill>
                  <a:srgbClr val="C2CDC4"/>
                </a:solidFill>
                <a:latin typeface="Arial"/>
                <a:ea typeface="Arial"/>
                <a:cs typeface="Arial"/>
              </a:defRPr>
            </a:lvl3pPr>
            <a:lvl4pPr algn="l">
              <a:defRPr sz="1500" b="0" i="0">
                <a:solidFill>
                  <a:srgbClr val="C2CDC4"/>
                </a:solidFill>
                <a:latin typeface="Arial"/>
                <a:ea typeface="Arial"/>
                <a:cs typeface="Arial"/>
              </a:defRPr>
            </a:lvl4pPr>
            <a:lvl5pPr algn="l">
              <a:defRPr sz="1500" b="0" i="0">
                <a:solidFill>
                  <a:srgbClr val="C2CDC4"/>
                </a:solidFill>
                <a:latin typeface="Arial"/>
                <a:ea typeface="Arial"/>
                <a:cs typeface="Arial"/>
              </a:defRPr>
            </a:lvl5pPr>
            <a:lvl6pPr algn="l">
              <a:defRPr sz="1500" b="0" i="0">
                <a:solidFill>
                  <a:srgbClr val="C2CDC4"/>
                </a:solidFill>
                <a:latin typeface="Arial"/>
                <a:ea typeface="Arial"/>
                <a:cs typeface="Arial"/>
              </a:defRPr>
            </a:lvl6pPr>
            <a:lvl7pPr algn="l">
              <a:defRPr sz="1500" b="0" i="0">
                <a:solidFill>
                  <a:srgbClr val="C2CDC4"/>
                </a:solidFill>
                <a:latin typeface="Arial"/>
                <a:ea typeface="Arial"/>
                <a:cs typeface="Arial"/>
              </a:defRPr>
            </a:lvl7pPr>
            <a:lvl8pPr algn="l">
              <a:defRPr sz="1500" b="0" i="0">
                <a:solidFill>
                  <a:srgbClr val="C2CDC4"/>
                </a:solidFill>
                <a:latin typeface="Arial"/>
                <a:ea typeface="Arial"/>
                <a:cs typeface="Arial"/>
              </a:defRPr>
            </a:lvl8pPr>
            <a:lvl9pPr algn="l">
              <a:defRPr sz="1500" b="0" i="0">
                <a:solidFill>
                  <a:srgbClr val="C2CDC4"/>
                </a:solidFill>
                <a:latin typeface="Arial"/>
                <a:ea typeface="Arial"/>
                <a:cs typeface="Arial"/>
              </a:defRPr>
            </a:lvl9pPr>
          </a:lstStyle>
          <a:p>
            <a:pPr algn="l">
              <a:defRPr sz="1500" b="0" i="0">
                <a:solidFill>
                  <a:srgbClr val="C2CDC4"/>
                </a:solidFill>
                <a:latin typeface="Arial"/>
                <a:ea typeface="Arial"/>
                <a:cs typeface="Arial"/>
              </a:defRPr>
            </a:pPr>
            <a:r>
              <a:rPr sz="1500" b="0" i="0">
                <a:solidFill>
                  <a:srgbClr val="C2CDC4"/>
                </a:solidFill>
                <a:latin typeface="Arial"/>
                <a:ea typeface="Arial"/>
                <a:cs typeface="Arial"/>
              </a:rPr>
              <a:t>Confirm materials accepted and the source for each listing.</a:t>
            </a:r>
          </a:p>
        </p:txBody>
      </p:sp>
      <p:sp>
        <p:nvSpPr>
          <p:cNvPr id="13" name="Oval 12">
            <a:extLst>
              <a:ext uri="{FF2B5EF4-FFF2-40B4-BE49-F238E27FC236}">
                <a16:creationId xmlns:a16="http://schemas.microsoft.com/office/drawing/2014/main" id="{BA43206F-CFCF-4704-92C6-7E8042CD4108}"/>
              </a:ext>
            </a:extLst>
          </p:cNvPr>
          <p:cNvSpPr>
            <a:spLocks noGrp="1"/>
          </p:cNvSpPr>
          <p:nvPr/>
        </p:nvSpPr>
        <p:spPr>
          <a:xfrm>
            <a:off x="876300" y="4857750"/>
            <a:ext cx="209550" cy="209550"/>
          </a:xfrm>
          <a:prstGeom prst="ellipse">
            <a:avLst/>
          </a:prstGeom>
          <a:solidFill>
            <a:srgbClr val="D4AD78"/>
          </a:solidFill>
          <a:ln w="0">
            <a:noFill/>
            <a:prstDash val="solid"/>
          </a:ln>
        </p:spPr>
      </p:sp>
      <p:sp>
        <p:nvSpPr>
          <p:cNvPr id="14" name="Rectangle 13">
            <a:extLst>
              <a:ext uri="{FF2B5EF4-FFF2-40B4-BE49-F238E27FC236}">
                <a16:creationId xmlns:a16="http://schemas.microsoft.com/office/drawing/2014/main" id="{AC487BAE-98CE-4C3F-A556-3B73476BFC63}"/>
              </a:ext>
            </a:extLst>
          </p:cNvPr>
          <p:cNvSpPr>
            <a:spLocks noGrp="1"/>
          </p:cNvSpPr>
          <p:nvPr/>
        </p:nvSpPr>
        <p:spPr>
          <a:xfrm>
            <a:off x="904875" y="4867275"/>
            <a:ext cx="152400" cy="171450"/>
          </a:xfrm>
          <a:prstGeom prst="rect">
            <a:avLst/>
          </a:prstGeom>
          <a:noFill/>
          <a:ln w="0">
            <a:noFill/>
            <a:prstDash val="solid"/>
          </a:ln>
        </p:spPr>
        <p:txBody>
          <a:bodyPr wrap="square" lIns="0" tIns="0" rIns="0" bIns="0" anchor="ctr">
            <a:noAutofit/>
          </a:bodyPr>
          <a:lstStyle>
            <a:defPPr algn="ctr">
              <a:defRPr sz="975" b="1" i="0">
                <a:solidFill>
                  <a:srgbClr val="17382D"/>
                </a:solidFill>
                <a:latin typeface="Arial"/>
                <a:ea typeface="Arial"/>
                <a:cs typeface="Arial"/>
              </a:defRPr>
            </a:defPPr>
            <a:lvl1pPr algn="ctr">
              <a:defRPr sz="975" b="1" i="0">
                <a:solidFill>
                  <a:srgbClr val="17382D"/>
                </a:solidFill>
                <a:latin typeface="Arial"/>
                <a:ea typeface="Arial"/>
                <a:cs typeface="Arial"/>
              </a:defRPr>
            </a:lvl1pPr>
            <a:lvl2pPr algn="ctr">
              <a:defRPr sz="975" b="1" i="0">
                <a:solidFill>
                  <a:srgbClr val="17382D"/>
                </a:solidFill>
                <a:latin typeface="Arial"/>
                <a:ea typeface="Arial"/>
                <a:cs typeface="Arial"/>
              </a:defRPr>
            </a:lvl2pPr>
            <a:lvl3pPr algn="ctr">
              <a:defRPr sz="975" b="1" i="0">
                <a:solidFill>
                  <a:srgbClr val="17382D"/>
                </a:solidFill>
                <a:latin typeface="Arial"/>
                <a:ea typeface="Arial"/>
                <a:cs typeface="Arial"/>
              </a:defRPr>
            </a:lvl3pPr>
            <a:lvl4pPr algn="ctr">
              <a:defRPr sz="975" b="1" i="0">
                <a:solidFill>
                  <a:srgbClr val="17382D"/>
                </a:solidFill>
                <a:latin typeface="Arial"/>
                <a:ea typeface="Arial"/>
                <a:cs typeface="Arial"/>
              </a:defRPr>
            </a:lvl4pPr>
            <a:lvl5pPr algn="ctr">
              <a:defRPr sz="975" b="1" i="0">
                <a:solidFill>
                  <a:srgbClr val="17382D"/>
                </a:solidFill>
                <a:latin typeface="Arial"/>
                <a:ea typeface="Arial"/>
                <a:cs typeface="Arial"/>
              </a:defRPr>
            </a:lvl5pPr>
            <a:lvl6pPr algn="ctr">
              <a:defRPr sz="975" b="1" i="0">
                <a:solidFill>
                  <a:srgbClr val="17382D"/>
                </a:solidFill>
                <a:latin typeface="Arial"/>
                <a:ea typeface="Arial"/>
                <a:cs typeface="Arial"/>
              </a:defRPr>
            </a:lvl6pPr>
            <a:lvl7pPr algn="ctr">
              <a:defRPr sz="975" b="1" i="0">
                <a:solidFill>
                  <a:srgbClr val="17382D"/>
                </a:solidFill>
                <a:latin typeface="Arial"/>
                <a:ea typeface="Arial"/>
                <a:cs typeface="Arial"/>
              </a:defRPr>
            </a:lvl7pPr>
            <a:lvl8pPr algn="ctr">
              <a:defRPr sz="975" b="1" i="0">
                <a:solidFill>
                  <a:srgbClr val="17382D"/>
                </a:solidFill>
                <a:latin typeface="Arial"/>
                <a:ea typeface="Arial"/>
                <a:cs typeface="Arial"/>
              </a:defRPr>
            </a:lvl8pPr>
            <a:lvl9pPr algn="ctr">
              <a:defRPr sz="975" b="1" i="0">
                <a:solidFill>
                  <a:srgbClr val="17382D"/>
                </a:solidFill>
                <a:latin typeface="Arial"/>
                <a:ea typeface="Arial"/>
                <a:cs typeface="Arial"/>
              </a:defRPr>
            </a:lvl9pPr>
          </a:lstStyle>
          <a:p>
            <a:pPr algn="ctr">
              <a:defRPr sz="975" b="1" i="0">
                <a:solidFill>
                  <a:srgbClr val="17382D"/>
                </a:solidFill>
                <a:latin typeface="Arial"/>
                <a:ea typeface="Arial"/>
                <a:cs typeface="Arial"/>
              </a:defRPr>
            </a:pPr>
            <a:r>
              <a:rPr sz="975" b="1" i="0">
                <a:solidFill>
                  <a:srgbClr val="17382D"/>
                </a:solidFill>
                <a:latin typeface="Arial"/>
                <a:ea typeface="Arial"/>
                <a:cs typeface="Arial"/>
              </a:rPr>
              <a:t>3</a:t>
            </a:r>
          </a:p>
        </p:txBody>
      </p:sp>
      <p:sp>
        <p:nvSpPr>
          <p:cNvPr id="15" name="Rectangle 14">
            <a:extLst>
              <a:ext uri="{FF2B5EF4-FFF2-40B4-BE49-F238E27FC236}">
                <a16:creationId xmlns:a16="http://schemas.microsoft.com/office/drawing/2014/main" id="{5EED828E-AB05-4328-B99B-0F53BAA347F5}"/>
              </a:ext>
            </a:extLst>
          </p:cNvPr>
          <p:cNvSpPr>
            <a:spLocks noGrp="1"/>
          </p:cNvSpPr>
          <p:nvPr/>
        </p:nvSpPr>
        <p:spPr>
          <a:xfrm>
            <a:off x="1238250" y="4800600"/>
            <a:ext cx="2476500" cy="285750"/>
          </a:xfrm>
          <a:prstGeom prst="rect">
            <a:avLst/>
          </a:prstGeom>
          <a:noFill/>
          <a:ln w="0">
            <a:noFill/>
            <a:prstDash val="solid"/>
          </a:ln>
        </p:spPr>
        <p:txBody>
          <a:bodyPr wrap="square" lIns="0" tIns="0" rIns="0" bIns="0" anchor="t">
            <a:noAutofit/>
          </a:bodyPr>
          <a:lstStyle>
            <a:defPPr algn="l">
              <a:defRPr sz="1725" b="1" i="0">
                <a:solidFill>
                  <a:srgbClr val="FFFDF8"/>
                </a:solidFill>
                <a:latin typeface="Arial"/>
                <a:ea typeface="Arial"/>
                <a:cs typeface="Arial"/>
              </a:defRPr>
            </a:defPPr>
            <a:lvl1pPr algn="l">
              <a:defRPr sz="1725" b="1" i="0">
                <a:solidFill>
                  <a:srgbClr val="FFFDF8"/>
                </a:solidFill>
                <a:latin typeface="Arial"/>
                <a:ea typeface="Arial"/>
                <a:cs typeface="Arial"/>
              </a:defRPr>
            </a:lvl1pPr>
            <a:lvl2pPr algn="l">
              <a:defRPr sz="1725" b="1" i="0">
                <a:solidFill>
                  <a:srgbClr val="FFFDF8"/>
                </a:solidFill>
                <a:latin typeface="Arial"/>
                <a:ea typeface="Arial"/>
                <a:cs typeface="Arial"/>
              </a:defRPr>
            </a:lvl2pPr>
            <a:lvl3pPr algn="l">
              <a:defRPr sz="1725" b="1" i="0">
                <a:solidFill>
                  <a:srgbClr val="FFFDF8"/>
                </a:solidFill>
                <a:latin typeface="Arial"/>
                <a:ea typeface="Arial"/>
                <a:cs typeface="Arial"/>
              </a:defRPr>
            </a:lvl3pPr>
            <a:lvl4pPr algn="l">
              <a:defRPr sz="1725" b="1" i="0">
                <a:solidFill>
                  <a:srgbClr val="FFFDF8"/>
                </a:solidFill>
                <a:latin typeface="Arial"/>
                <a:ea typeface="Arial"/>
                <a:cs typeface="Arial"/>
              </a:defRPr>
            </a:lvl4pPr>
            <a:lvl5pPr algn="l">
              <a:defRPr sz="1725" b="1" i="0">
                <a:solidFill>
                  <a:srgbClr val="FFFDF8"/>
                </a:solidFill>
                <a:latin typeface="Arial"/>
                <a:ea typeface="Arial"/>
                <a:cs typeface="Arial"/>
              </a:defRPr>
            </a:lvl5pPr>
            <a:lvl6pPr algn="l">
              <a:defRPr sz="1725" b="1" i="0">
                <a:solidFill>
                  <a:srgbClr val="FFFDF8"/>
                </a:solidFill>
                <a:latin typeface="Arial"/>
                <a:ea typeface="Arial"/>
                <a:cs typeface="Arial"/>
              </a:defRPr>
            </a:lvl6pPr>
            <a:lvl7pPr algn="l">
              <a:defRPr sz="1725" b="1" i="0">
                <a:solidFill>
                  <a:srgbClr val="FFFDF8"/>
                </a:solidFill>
                <a:latin typeface="Arial"/>
                <a:ea typeface="Arial"/>
                <a:cs typeface="Arial"/>
              </a:defRPr>
            </a:lvl7pPr>
            <a:lvl8pPr algn="l">
              <a:defRPr sz="1725" b="1" i="0">
                <a:solidFill>
                  <a:srgbClr val="FFFDF8"/>
                </a:solidFill>
                <a:latin typeface="Arial"/>
                <a:ea typeface="Arial"/>
                <a:cs typeface="Arial"/>
              </a:defRPr>
            </a:lvl8pPr>
            <a:lvl9pPr algn="l">
              <a:defRPr sz="1725" b="1" i="0">
                <a:solidFill>
                  <a:srgbClr val="FFFDF8"/>
                </a:solidFill>
                <a:latin typeface="Arial"/>
                <a:ea typeface="Arial"/>
                <a:cs typeface="Arial"/>
              </a:defRPr>
            </a:lvl9pPr>
          </a:lstStyle>
          <a:p>
            <a:pPr algn="l">
              <a:defRPr sz="1725" b="1" i="0">
                <a:solidFill>
                  <a:srgbClr val="FFFDF8"/>
                </a:solidFill>
                <a:latin typeface="Arial"/>
                <a:ea typeface="Arial"/>
                <a:cs typeface="Arial"/>
              </a:defRPr>
            </a:pPr>
            <a:r>
              <a:rPr sz="1725" b="1" i="0">
                <a:solidFill>
                  <a:srgbClr val="FFFDF8"/>
                </a:solidFill>
                <a:latin typeface="Arial"/>
                <a:ea typeface="Arial"/>
                <a:cs typeface="Arial"/>
              </a:rPr>
              <a:t>Pilot scope</a:t>
            </a:r>
          </a:p>
        </p:txBody>
      </p:sp>
      <p:sp>
        <p:nvSpPr>
          <p:cNvPr id="16" name="Rectangle 15">
            <a:extLst>
              <a:ext uri="{FF2B5EF4-FFF2-40B4-BE49-F238E27FC236}">
                <a16:creationId xmlns:a16="http://schemas.microsoft.com/office/drawing/2014/main" id="{7E9FE950-B04E-4CB4-A4AE-545E2301A32C}"/>
              </a:ext>
            </a:extLst>
          </p:cNvPr>
          <p:cNvSpPr>
            <a:spLocks noGrp="1"/>
          </p:cNvSpPr>
          <p:nvPr/>
        </p:nvSpPr>
        <p:spPr>
          <a:xfrm>
            <a:off x="3790950" y="4800600"/>
            <a:ext cx="4667250" cy="457200"/>
          </a:xfrm>
          <a:prstGeom prst="rect">
            <a:avLst/>
          </a:prstGeom>
          <a:noFill/>
          <a:ln w="0">
            <a:noFill/>
            <a:prstDash val="solid"/>
          </a:ln>
        </p:spPr>
        <p:txBody>
          <a:bodyPr wrap="square" lIns="0" tIns="0" rIns="0" bIns="0" anchor="t">
            <a:noAutofit/>
          </a:bodyPr>
          <a:lstStyle>
            <a:defPPr algn="l">
              <a:defRPr sz="1500" b="0" i="0">
                <a:solidFill>
                  <a:srgbClr val="C2CDC4"/>
                </a:solidFill>
                <a:latin typeface="Arial"/>
                <a:ea typeface="Arial"/>
                <a:cs typeface="Arial"/>
              </a:defRPr>
            </a:defPPr>
            <a:lvl1pPr algn="l">
              <a:defRPr sz="1500" b="0" i="0">
                <a:solidFill>
                  <a:srgbClr val="C2CDC4"/>
                </a:solidFill>
                <a:latin typeface="Arial"/>
                <a:ea typeface="Arial"/>
                <a:cs typeface="Arial"/>
              </a:defRPr>
            </a:lvl1pPr>
            <a:lvl2pPr algn="l">
              <a:defRPr sz="1500" b="0" i="0">
                <a:solidFill>
                  <a:srgbClr val="C2CDC4"/>
                </a:solidFill>
                <a:latin typeface="Arial"/>
                <a:ea typeface="Arial"/>
                <a:cs typeface="Arial"/>
              </a:defRPr>
            </a:lvl2pPr>
            <a:lvl3pPr algn="l">
              <a:defRPr sz="1500" b="0" i="0">
                <a:solidFill>
                  <a:srgbClr val="C2CDC4"/>
                </a:solidFill>
                <a:latin typeface="Arial"/>
                <a:ea typeface="Arial"/>
                <a:cs typeface="Arial"/>
              </a:defRPr>
            </a:lvl3pPr>
            <a:lvl4pPr algn="l">
              <a:defRPr sz="1500" b="0" i="0">
                <a:solidFill>
                  <a:srgbClr val="C2CDC4"/>
                </a:solidFill>
                <a:latin typeface="Arial"/>
                <a:ea typeface="Arial"/>
                <a:cs typeface="Arial"/>
              </a:defRPr>
            </a:lvl4pPr>
            <a:lvl5pPr algn="l">
              <a:defRPr sz="1500" b="0" i="0">
                <a:solidFill>
                  <a:srgbClr val="C2CDC4"/>
                </a:solidFill>
                <a:latin typeface="Arial"/>
                <a:ea typeface="Arial"/>
                <a:cs typeface="Arial"/>
              </a:defRPr>
            </a:lvl5pPr>
            <a:lvl6pPr algn="l">
              <a:defRPr sz="1500" b="0" i="0">
                <a:solidFill>
                  <a:srgbClr val="C2CDC4"/>
                </a:solidFill>
                <a:latin typeface="Arial"/>
                <a:ea typeface="Arial"/>
                <a:cs typeface="Arial"/>
              </a:defRPr>
            </a:lvl6pPr>
            <a:lvl7pPr algn="l">
              <a:defRPr sz="1500" b="0" i="0">
                <a:solidFill>
                  <a:srgbClr val="C2CDC4"/>
                </a:solidFill>
                <a:latin typeface="Arial"/>
                <a:ea typeface="Arial"/>
                <a:cs typeface="Arial"/>
              </a:defRPr>
            </a:lvl7pPr>
            <a:lvl8pPr algn="l">
              <a:defRPr sz="1500" b="0" i="0">
                <a:solidFill>
                  <a:srgbClr val="C2CDC4"/>
                </a:solidFill>
                <a:latin typeface="Arial"/>
                <a:ea typeface="Arial"/>
                <a:cs typeface="Arial"/>
              </a:defRPr>
            </a:lvl8pPr>
            <a:lvl9pPr algn="l">
              <a:defRPr sz="1500" b="0" i="0">
                <a:solidFill>
                  <a:srgbClr val="C2CDC4"/>
                </a:solidFill>
                <a:latin typeface="Arial"/>
                <a:ea typeface="Arial"/>
                <a:cs typeface="Arial"/>
              </a:defRPr>
            </a:lvl9pPr>
          </a:lstStyle>
          <a:p>
            <a:pPr algn="l">
              <a:defRPr sz="1500" b="0" i="0">
                <a:solidFill>
                  <a:srgbClr val="C2CDC4"/>
                </a:solidFill>
                <a:latin typeface="Arial"/>
                <a:ea typeface="Arial"/>
                <a:cs typeface="Arial"/>
              </a:defRPr>
            </a:pPr>
            <a:r>
              <a:rPr sz="1500" b="0" i="0">
                <a:solidFill>
                  <a:srgbClr val="C2CDC4"/>
                </a:solidFill>
                <a:latin typeface="Arial"/>
                <a:ea typeface="Arial"/>
                <a:cs typeface="Arial"/>
              </a:rPr>
              <a:t>Agree user tests, a collection operator and the decision gates.</a:t>
            </a:r>
          </a:p>
        </p:txBody>
      </p:sp>
      <p:sp>
        <p:nvSpPr>
          <p:cNvPr id="17" name="Rectangle 16">
            <a:extLst>
              <a:ext uri="{FF2B5EF4-FFF2-40B4-BE49-F238E27FC236}">
                <a16:creationId xmlns:a16="http://schemas.microsoft.com/office/drawing/2014/main" id="{9BB5107A-7EDE-450F-A2C3-5480FCE03A5E}"/>
              </a:ext>
            </a:extLst>
          </p:cNvPr>
          <p:cNvSpPr>
            <a:spLocks noGrp="1"/>
          </p:cNvSpPr>
          <p:nvPr/>
        </p:nvSpPr>
        <p:spPr>
          <a:xfrm>
            <a:off x="9039225" y="3276600"/>
            <a:ext cx="2190750" cy="238125"/>
          </a:xfrm>
          <a:prstGeom prst="rect">
            <a:avLst/>
          </a:prstGeom>
          <a:noFill/>
          <a:ln w="0">
            <a:noFill/>
            <a:prstDash val="solid"/>
          </a:ln>
        </p:spPr>
        <p:txBody>
          <a:bodyPr wrap="square" lIns="0" tIns="0" rIns="0" bIns="0" anchor="t">
            <a:noAutofit/>
          </a:bodyPr>
          <a:lstStyle>
            <a:defPPr algn="l">
              <a:defRPr sz="1200" b="1" i="0">
                <a:solidFill>
                  <a:srgbClr val="D4AD78"/>
                </a:solidFill>
                <a:latin typeface="Arial"/>
                <a:ea typeface="Arial"/>
                <a:cs typeface="Arial"/>
              </a:defRPr>
            </a:defPPr>
            <a:lvl1pPr algn="l">
              <a:defRPr sz="1200" b="1" i="0">
                <a:solidFill>
                  <a:srgbClr val="D4AD78"/>
                </a:solidFill>
                <a:latin typeface="Arial"/>
                <a:ea typeface="Arial"/>
                <a:cs typeface="Arial"/>
              </a:defRPr>
            </a:lvl1pPr>
            <a:lvl2pPr algn="l">
              <a:defRPr sz="1200" b="1" i="0">
                <a:solidFill>
                  <a:srgbClr val="D4AD78"/>
                </a:solidFill>
                <a:latin typeface="Arial"/>
                <a:ea typeface="Arial"/>
                <a:cs typeface="Arial"/>
              </a:defRPr>
            </a:lvl2pPr>
            <a:lvl3pPr algn="l">
              <a:defRPr sz="1200" b="1" i="0">
                <a:solidFill>
                  <a:srgbClr val="D4AD78"/>
                </a:solidFill>
                <a:latin typeface="Arial"/>
                <a:ea typeface="Arial"/>
                <a:cs typeface="Arial"/>
              </a:defRPr>
            </a:lvl3pPr>
            <a:lvl4pPr algn="l">
              <a:defRPr sz="1200" b="1" i="0">
                <a:solidFill>
                  <a:srgbClr val="D4AD78"/>
                </a:solidFill>
                <a:latin typeface="Arial"/>
                <a:ea typeface="Arial"/>
                <a:cs typeface="Arial"/>
              </a:defRPr>
            </a:lvl4pPr>
            <a:lvl5pPr algn="l">
              <a:defRPr sz="1200" b="1" i="0">
                <a:solidFill>
                  <a:srgbClr val="D4AD78"/>
                </a:solidFill>
                <a:latin typeface="Arial"/>
                <a:ea typeface="Arial"/>
                <a:cs typeface="Arial"/>
              </a:defRPr>
            </a:lvl5pPr>
            <a:lvl6pPr algn="l">
              <a:defRPr sz="1200" b="1" i="0">
                <a:solidFill>
                  <a:srgbClr val="D4AD78"/>
                </a:solidFill>
                <a:latin typeface="Arial"/>
                <a:ea typeface="Arial"/>
                <a:cs typeface="Arial"/>
              </a:defRPr>
            </a:lvl6pPr>
            <a:lvl7pPr algn="l">
              <a:defRPr sz="1200" b="1" i="0">
                <a:solidFill>
                  <a:srgbClr val="D4AD78"/>
                </a:solidFill>
                <a:latin typeface="Arial"/>
                <a:ea typeface="Arial"/>
                <a:cs typeface="Arial"/>
              </a:defRPr>
            </a:lvl7pPr>
            <a:lvl8pPr algn="l">
              <a:defRPr sz="1200" b="1" i="0">
                <a:solidFill>
                  <a:srgbClr val="D4AD78"/>
                </a:solidFill>
                <a:latin typeface="Arial"/>
                <a:ea typeface="Arial"/>
                <a:cs typeface="Arial"/>
              </a:defRPr>
            </a:lvl8pPr>
            <a:lvl9pPr algn="l">
              <a:defRPr sz="1200" b="1" i="0">
                <a:solidFill>
                  <a:srgbClr val="D4AD78"/>
                </a:solidFill>
                <a:latin typeface="Arial"/>
                <a:ea typeface="Arial"/>
                <a:cs typeface="Arial"/>
              </a:defRPr>
            </a:lvl9pPr>
          </a:lstStyle>
          <a:p>
            <a:pPr algn="l">
              <a:defRPr sz="1200" b="1" i="0">
                <a:solidFill>
                  <a:srgbClr val="D4AD78"/>
                </a:solidFill>
                <a:latin typeface="Arial"/>
                <a:ea typeface="Arial"/>
                <a:cs typeface="Arial"/>
              </a:defRPr>
            </a:pPr>
            <a:r>
              <a:rPr sz="1200" b="1" i="0">
                <a:solidFill>
                  <a:srgbClr val="D4AD78"/>
                </a:solidFill>
                <a:latin typeface="Arial"/>
                <a:ea typeface="Arial"/>
                <a:cs typeface="Arial"/>
              </a:rPr>
              <a:t>NEXT DISCUSSION</a:t>
            </a:r>
          </a:p>
        </p:txBody>
      </p:sp>
      <p:sp>
        <p:nvSpPr>
          <p:cNvPr id="18" name="Rectangle 17">
            <a:extLst>
              <a:ext uri="{FF2B5EF4-FFF2-40B4-BE49-F238E27FC236}">
                <a16:creationId xmlns:a16="http://schemas.microsoft.com/office/drawing/2014/main" id="{21582EC6-725C-434D-9C26-B4D4233A53F0}"/>
              </a:ext>
            </a:extLst>
          </p:cNvPr>
          <p:cNvSpPr>
            <a:spLocks noGrp="1"/>
          </p:cNvSpPr>
          <p:nvPr/>
        </p:nvSpPr>
        <p:spPr>
          <a:xfrm>
            <a:off x="9039225" y="3705225"/>
            <a:ext cx="2390775" cy="895350"/>
          </a:xfrm>
          <a:prstGeom prst="rect">
            <a:avLst/>
          </a:prstGeom>
          <a:noFill/>
          <a:ln w="0">
            <a:noFill/>
            <a:prstDash val="solid"/>
          </a:ln>
        </p:spPr>
        <p:txBody>
          <a:bodyPr wrap="square" lIns="0" tIns="0" rIns="0" bIns="0" anchor="t">
            <a:noAutofit/>
          </a:bodyPr>
          <a:lstStyle>
            <a:defPPr algn="l">
              <a:defRPr sz="2100" b="1" i="0">
                <a:solidFill>
                  <a:srgbClr val="FFFDF8"/>
                </a:solidFill>
                <a:latin typeface="Arial"/>
                <a:ea typeface="Arial"/>
                <a:cs typeface="Arial"/>
              </a:defRPr>
            </a:defPPr>
            <a:lvl1pPr algn="l">
              <a:defRPr sz="2100" b="1" i="0">
                <a:solidFill>
                  <a:srgbClr val="FFFDF8"/>
                </a:solidFill>
                <a:latin typeface="Arial"/>
                <a:ea typeface="Arial"/>
                <a:cs typeface="Arial"/>
              </a:defRPr>
            </a:lvl1pPr>
            <a:lvl2pPr algn="l">
              <a:defRPr sz="2100" b="1" i="0">
                <a:solidFill>
                  <a:srgbClr val="FFFDF8"/>
                </a:solidFill>
                <a:latin typeface="Arial"/>
                <a:ea typeface="Arial"/>
                <a:cs typeface="Arial"/>
              </a:defRPr>
            </a:lvl2pPr>
            <a:lvl3pPr algn="l">
              <a:defRPr sz="2100" b="1" i="0">
                <a:solidFill>
                  <a:srgbClr val="FFFDF8"/>
                </a:solidFill>
                <a:latin typeface="Arial"/>
                <a:ea typeface="Arial"/>
                <a:cs typeface="Arial"/>
              </a:defRPr>
            </a:lvl3pPr>
            <a:lvl4pPr algn="l">
              <a:defRPr sz="2100" b="1" i="0">
                <a:solidFill>
                  <a:srgbClr val="FFFDF8"/>
                </a:solidFill>
                <a:latin typeface="Arial"/>
                <a:ea typeface="Arial"/>
                <a:cs typeface="Arial"/>
              </a:defRPr>
            </a:lvl4pPr>
            <a:lvl5pPr algn="l">
              <a:defRPr sz="2100" b="1" i="0">
                <a:solidFill>
                  <a:srgbClr val="FFFDF8"/>
                </a:solidFill>
                <a:latin typeface="Arial"/>
                <a:ea typeface="Arial"/>
                <a:cs typeface="Arial"/>
              </a:defRPr>
            </a:lvl5pPr>
            <a:lvl6pPr algn="l">
              <a:defRPr sz="2100" b="1" i="0">
                <a:solidFill>
                  <a:srgbClr val="FFFDF8"/>
                </a:solidFill>
                <a:latin typeface="Arial"/>
                <a:ea typeface="Arial"/>
                <a:cs typeface="Arial"/>
              </a:defRPr>
            </a:lvl6pPr>
            <a:lvl7pPr algn="l">
              <a:defRPr sz="2100" b="1" i="0">
                <a:solidFill>
                  <a:srgbClr val="FFFDF8"/>
                </a:solidFill>
                <a:latin typeface="Arial"/>
                <a:ea typeface="Arial"/>
                <a:cs typeface="Arial"/>
              </a:defRPr>
            </a:lvl7pPr>
            <a:lvl8pPr algn="l">
              <a:defRPr sz="2100" b="1" i="0">
                <a:solidFill>
                  <a:srgbClr val="FFFDF8"/>
                </a:solidFill>
                <a:latin typeface="Arial"/>
                <a:ea typeface="Arial"/>
                <a:cs typeface="Arial"/>
              </a:defRPr>
            </a:lvl8pPr>
            <a:lvl9pPr algn="l">
              <a:defRPr sz="2100" b="1" i="0">
                <a:solidFill>
                  <a:srgbClr val="FFFDF8"/>
                </a:solidFill>
                <a:latin typeface="Arial"/>
                <a:ea typeface="Arial"/>
                <a:cs typeface="Arial"/>
              </a:defRPr>
            </a:lvl9pPr>
          </a:lstStyle>
          <a:p>
            <a:pPr algn="l">
              <a:defRPr sz="2100" b="1" i="0">
                <a:solidFill>
                  <a:srgbClr val="FFFDF8"/>
                </a:solidFill>
                <a:latin typeface="Arial"/>
                <a:ea typeface="Arial"/>
                <a:cs typeface="Arial"/>
              </a:defRPr>
            </a:pPr>
            <a:r>
              <a:rPr sz="2100" b="1" i="0">
                <a:solidFill>
                  <a:srgbClr val="FFFDF8"/>
                </a:solidFill>
                <a:latin typeface="Arial"/>
                <a:ea typeface="Arial"/>
                <a:cs typeface="Arial"/>
              </a:rPr>
              <a:t>How should a useful first pilot work?</a:t>
            </a:r>
          </a:p>
        </p:txBody>
      </p:sp>
      <p:sp>
        <p:nvSpPr>
          <p:cNvPr id="19" name="Rectangle 18">
            <a:extLst>
              <a:ext uri="{FF2B5EF4-FFF2-40B4-BE49-F238E27FC236}">
                <a16:creationId xmlns:a16="http://schemas.microsoft.com/office/drawing/2014/main" id="{E3732177-2DF8-42DE-AE51-CDFBD5718649}"/>
              </a:ext>
            </a:extLst>
          </p:cNvPr>
          <p:cNvSpPr>
            <a:spLocks noGrp="1"/>
          </p:cNvSpPr>
          <p:nvPr/>
        </p:nvSpPr>
        <p:spPr>
          <a:xfrm>
            <a:off x="9039225" y="4914900"/>
            <a:ext cx="914400" cy="38100"/>
          </a:xfrm>
          <a:prstGeom prst="rect">
            <a:avLst/>
          </a:prstGeom>
          <a:solidFill>
            <a:srgbClr val="82977F"/>
          </a:solidFill>
          <a:ln w="0">
            <a:noFill/>
            <a:prstDash val="solid"/>
          </a:ln>
        </p:spPr>
      </p:sp>
      <p:sp>
        <p:nvSpPr>
          <p:cNvPr id="20" name="Rectangle 19">
            <a:extLst>
              <a:ext uri="{FF2B5EF4-FFF2-40B4-BE49-F238E27FC236}">
                <a16:creationId xmlns:a16="http://schemas.microsoft.com/office/drawing/2014/main" id="{8F32F3D6-3E0E-4120-BD73-111F76B51015}"/>
              </a:ext>
            </a:extLst>
          </p:cNvPr>
          <p:cNvSpPr>
            <a:spLocks noGrp="1"/>
          </p:cNvSpPr>
          <p:nvPr/>
        </p:nvSpPr>
        <p:spPr>
          <a:xfrm>
            <a:off x="9039225" y="5124450"/>
            <a:ext cx="2238375" cy="228600"/>
          </a:xfrm>
          <a:prstGeom prst="rect">
            <a:avLst/>
          </a:prstGeom>
          <a:noFill/>
          <a:ln w="0">
            <a:noFill/>
            <a:prstDash val="solid"/>
          </a:ln>
        </p:spPr>
        <p:txBody>
          <a:bodyPr wrap="square" lIns="0" tIns="0" rIns="0" bIns="0" anchor="t">
            <a:noAutofit/>
          </a:bodyPr>
          <a:lstStyle>
            <a:defPPr algn="l">
              <a:defRPr sz="1275" b="0" i="0">
                <a:solidFill>
                  <a:srgbClr val="C2CDC4"/>
                </a:solidFill>
                <a:latin typeface="Arial"/>
                <a:ea typeface="Arial"/>
                <a:cs typeface="Arial"/>
              </a:defRPr>
            </a:defPPr>
            <a:lvl1pPr algn="l">
              <a:defRPr sz="1275" b="0" i="0">
                <a:solidFill>
                  <a:srgbClr val="C2CDC4"/>
                </a:solidFill>
                <a:latin typeface="Arial"/>
                <a:ea typeface="Arial"/>
                <a:cs typeface="Arial"/>
              </a:defRPr>
            </a:lvl1pPr>
            <a:lvl2pPr algn="l">
              <a:defRPr sz="1275" b="0" i="0">
                <a:solidFill>
                  <a:srgbClr val="C2CDC4"/>
                </a:solidFill>
                <a:latin typeface="Arial"/>
                <a:ea typeface="Arial"/>
                <a:cs typeface="Arial"/>
              </a:defRPr>
            </a:lvl2pPr>
            <a:lvl3pPr algn="l">
              <a:defRPr sz="1275" b="0" i="0">
                <a:solidFill>
                  <a:srgbClr val="C2CDC4"/>
                </a:solidFill>
                <a:latin typeface="Arial"/>
                <a:ea typeface="Arial"/>
                <a:cs typeface="Arial"/>
              </a:defRPr>
            </a:lvl3pPr>
            <a:lvl4pPr algn="l">
              <a:defRPr sz="1275" b="0" i="0">
                <a:solidFill>
                  <a:srgbClr val="C2CDC4"/>
                </a:solidFill>
                <a:latin typeface="Arial"/>
                <a:ea typeface="Arial"/>
                <a:cs typeface="Arial"/>
              </a:defRPr>
            </a:lvl4pPr>
            <a:lvl5pPr algn="l">
              <a:defRPr sz="1275" b="0" i="0">
                <a:solidFill>
                  <a:srgbClr val="C2CDC4"/>
                </a:solidFill>
                <a:latin typeface="Arial"/>
                <a:ea typeface="Arial"/>
                <a:cs typeface="Arial"/>
              </a:defRPr>
            </a:lvl5pPr>
            <a:lvl6pPr algn="l">
              <a:defRPr sz="1275" b="0" i="0">
                <a:solidFill>
                  <a:srgbClr val="C2CDC4"/>
                </a:solidFill>
                <a:latin typeface="Arial"/>
                <a:ea typeface="Arial"/>
                <a:cs typeface="Arial"/>
              </a:defRPr>
            </a:lvl6pPr>
            <a:lvl7pPr algn="l">
              <a:defRPr sz="1275" b="0" i="0">
                <a:solidFill>
                  <a:srgbClr val="C2CDC4"/>
                </a:solidFill>
                <a:latin typeface="Arial"/>
                <a:ea typeface="Arial"/>
                <a:cs typeface="Arial"/>
              </a:defRPr>
            </a:lvl7pPr>
            <a:lvl8pPr algn="l">
              <a:defRPr sz="1275" b="0" i="0">
                <a:solidFill>
                  <a:srgbClr val="C2CDC4"/>
                </a:solidFill>
                <a:latin typeface="Arial"/>
                <a:ea typeface="Arial"/>
                <a:cs typeface="Arial"/>
              </a:defRPr>
            </a:lvl8pPr>
            <a:lvl9pPr algn="l">
              <a:defRPr sz="1275" b="0" i="0">
                <a:solidFill>
                  <a:srgbClr val="C2CDC4"/>
                </a:solidFill>
                <a:latin typeface="Arial"/>
                <a:ea typeface="Arial"/>
                <a:cs typeface="Arial"/>
              </a:defRPr>
            </a:lvl9pPr>
          </a:lstStyle>
          <a:p>
            <a:pPr algn="l">
              <a:defRPr sz="1275" b="0" i="0">
                <a:solidFill>
                  <a:srgbClr val="C2CDC4"/>
                </a:solidFill>
                <a:latin typeface="Arial"/>
                <a:ea typeface="Arial"/>
                <a:cs typeface="Arial"/>
              </a:defRPr>
            </a:pPr>
            <a:r>
              <a:rPr sz="1275" b="0" i="0">
                <a:solidFill>
                  <a:srgbClr val="C2CDC4"/>
                </a:solidFill>
                <a:latin typeface="Arial"/>
                <a:ea typeface="Arial"/>
                <a:cs typeface="Arial"/>
              </a:rPr>
              <a:t>First step</a:t>
            </a:r>
          </a:p>
        </p:txBody>
      </p:sp>
      <p:sp>
        <p:nvSpPr>
          <p:cNvPr id="21" name="Rectangle 20">
            <a:extLst>
              <a:ext uri="{FF2B5EF4-FFF2-40B4-BE49-F238E27FC236}">
                <a16:creationId xmlns:a16="http://schemas.microsoft.com/office/drawing/2014/main" id="{4FAE5F08-E18D-4BDE-8DB0-71146ACFD48A}"/>
              </a:ext>
            </a:extLst>
          </p:cNvPr>
          <p:cNvSpPr>
            <a:spLocks noGrp="1"/>
          </p:cNvSpPr>
          <p:nvPr/>
        </p:nvSpPr>
        <p:spPr>
          <a:xfrm>
            <a:off x="9039225" y="5438775"/>
            <a:ext cx="2238375" cy="314325"/>
          </a:xfrm>
          <a:prstGeom prst="rect">
            <a:avLst/>
          </a:prstGeom>
          <a:noFill/>
          <a:ln w="0">
            <a:noFill/>
            <a:prstDash val="solid"/>
          </a:ln>
        </p:spPr>
        <p:txBody>
          <a:bodyPr wrap="square" lIns="0" tIns="0" rIns="0" bIns="0" anchor="t">
            <a:noAutofit/>
          </a:bodyPr>
          <a:lstStyle>
            <a:defPPr algn="l">
              <a:defRPr sz="1725" b="1" i="0">
                <a:solidFill>
                  <a:srgbClr val="FFFDF8"/>
                </a:solidFill>
                <a:latin typeface="Arial"/>
                <a:ea typeface="Arial"/>
                <a:cs typeface="Arial"/>
              </a:defRPr>
            </a:defPPr>
            <a:lvl1pPr algn="l">
              <a:defRPr sz="1725" b="1" i="0">
                <a:solidFill>
                  <a:srgbClr val="FFFDF8"/>
                </a:solidFill>
                <a:latin typeface="Arial"/>
                <a:ea typeface="Arial"/>
                <a:cs typeface="Arial"/>
              </a:defRPr>
            </a:lvl1pPr>
            <a:lvl2pPr algn="l">
              <a:defRPr sz="1725" b="1" i="0">
                <a:solidFill>
                  <a:srgbClr val="FFFDF8"/>
                </a:solidFill>
                <a:latin typeface="Arial"/>
                <a:ea typeface="Arial"/>
                <a:cs typeface="Arial"/>
              </a:defRPr>
            </a:lvl2pPr>
            <a:lvl3pPr algn="l">
              <a:defRPr sz="1725" b="1" i="0">
                <a:solidFill>
                  <a:srgbClr val="FFFDF8"/>
                </a:solidFill>
                <a:latin typeface="Arial"/>
                <a:ea typeface="Arial"/>
                <a:cs typeface="Arial"/>
              </a:defRPr>
            </a:lvl3pPr>
            <a:lvl4pPr algn="l">
              <a:defRPr sz="1725" b="1" i="0">
                <a:solidFill>
                  <a:srgbClr val="FFFDF8"/>
                </a:solidFill>
                <a:latin typeface="Arial"/>
                <a:ea typeface="Arial"/>
                <a:cs typeface="Arial"/>
              </a:defRPr>
            </a:lvl4pPr>
            <a:lvl5pPr algn="l">
              <a:defRPr sz="1725" b="1" i="0">
                <a:solidFill>
                  <a:srgbClr val="FFFDF8"/>
                </a:solidFill>
                <a:latin typeface="Arial"/>
                <a:ea typeface="Arial"/>
                <a:cs typeface="Arial"/>
              </a:defRPr>
            </a:lvl5pPr>
            <a:lvl6pPr algn="l">
              <a:defRPr sz="1725" b="1" i="0">
                <a:solidFill>
                  <a:srgbClr val="FFFDF8"/>
                </a:solidFill>
                <a:latin typeface="Arial"/>
                <a:ea typeface="Arial"/>
                <a:cs typeface="Arial"/>
              </a:defRPr>
            </a:lvl6pPr>
            <a:lvl7pPr algn="l">
              <a:defRPr sz="1725" b="1" i="0">
                <a:solidFill>
                  <a:srgbClr val="FFFDF8"/>
                </a:solidFill>
                <a:latin typeface="Arial"/>
                <a:ea typeface="Arial"/>
                <a:cs typeface="Arial"/>
              </a:defRPr>
            </a:lvl7pPr>
            <a:lvl8pPr algn="l">
              <a:defRPr sz="1725" b="1" i="0">
                <a:solidFill>
                  <a:srgbClr val="FFFDF8"/>
                </a:solidFill>
                <a:latin typeface="Arial"/>
                <a:ea typeface="Arial"/>
                <a:cs typeface="Arial"/>
              </a:defRPr>
            </a:lvl8pPr>
            <a:lvl9pPr algn="l">
              <a:defRPr sz="1725" b="1" i="0">
                <a:solidFill>
                  <a:srgbClr val="FFFDF8"/>
                </a:solidFill>
                <a:latin typeface="Arial"/>
                <a:ea typeface="Arial"/>
                <a:cs typeface="Arial"/>
              </a:defRPr>
            </a:lvl9pPr>
          </a:lstStyle>
          <a:p>
            <a:pPr algn="l">
              <a:defRPr sz="1725" b="1" i="0">
                <a:solidFill>
                  <a:srgbClr val="FFFDF8"/>
                </a:solidFill>
                <a:latin typeface="Arial"/>
                <a:ea typeface="Arial"/>
                <a:cs typeface="Arial"/>
              </a:defRPr>
            </a:pPr>
            <a:r>
              <a:rPr sz="1725" b="1" i="0">
                <a:solidFill>
                  <a:srgbClr val="FFFDF8"/>
                </a:solidFill>
                <a:latin typeface="Arial"/>
                <a:ea typeface="Arial"/>
                <a:cs typeface="Arial"/>
              </a:rPr>
              <a:t>Verify the map</a:t>
            </a:r>
          </a:p>
        </p:txBody>
      </p:sp>
      <p:sp>
        <p:nvSpPr>
          <p:cNvPr id="22" name="Rectangle 21">
            <a:extLst>
              <a:ext uri="{FF2B5EF4-FFF2-40B4-BE49-F238E27FC236}">
                <a16:creationId xmlns:a16="http://schemas.microsoft.com/office/drawing/2014/main" id="{84D75575-31BF-4749-8D71-39A47C13B162}"/>
              </a:ext>
            </a:extLst>
          </p:cNvPr>
          <p:cNvSpPr>
            <a:spLocks noGrp="1"/>
          </p:cNvSpPr>
          <p:nvPr/>
        </p:nvSpPr>
        <p:spPr>
          <a:xfrm>
            <a:off x="781050" y="6162675"/>
            <a:ext cx="7905750" cy="209550"/>
          </a:xfrm>
          <a:prstGeom prst="rect">
            <a:avLst/>
          </a:prstGeom>
          <a:noFill/>
          <a:ln w="0">
            <a:noFill/>
            <a:prstDash val="solid"/>
          </a:ln>
        </p:spPr>
        <p:txBody>
          <a:bodyPr wrap="square" lIns="0" tIns="0" rIns="0" bIns="0" anchor="t">
            <a:noAutofit/>
          </a:bodyPr>
          <a:lstStyle>
            <a:defPPr algn="l">
              <a:defRPr sz="1125" b="0" i="0">
                <a:solidFill>
                  <a:srgbClr val="C2CDC4"/>
                </a:solidFill>
                <a:latin typeface="Arial"/>
                <a:ea typeface="Arial"/>
                <a:cs typeface="Arial"/>
              </a:defRPr>
            </a:defPPr>
            <a:lvl1pPr algn="l">
              <a:defRPr sz="1125" b="0" i="0">
                <a:solidFill>
                  <a:srgbClr val="C2CDC4"/>
                </a:solidFill>
                <a:latin typeface="Arial"/>
                <a:ea typeface="Arial"/>
                <a:cs typeface="Arial"/>
              </a:defRPr>
            </a:lvl1pPr>
            <a:lvl2pPr algn="l">
              <a:defRPr sz="1125" b="0" i="0">
                <a:solidFill>
                  <a:srgbClr val="C2CDC4"/>
                </a:solidFill>
                <a:latin typeface="Arial"/>
                <a:ea typeface="Arial"/>
                <a:cs typeface="Arial"/>
              </a:defRPr>
            </a:lvl2pPr>
            <a:lvl3pPr algn="l">
              <a:defRPr sz="1125" b="0" i="0">
                <a:solidFill>
                  <a:srgbClr val="C2CDC4"/>
                </a:solidFill>
                <a:latin typeface="Arial"/>
                <a:ea typeface="Arial"/>
                <a:cs typeface="Arial"/>
              </a:defRPr>
            </a:lvl3pPr>
            <a:lvl4pPr algn="l">
              <a:defRPr sz="1125" b="0" i="0">
                <a:solidFill>
                  <a:srgbClr val="C2CDC4"/>
                </a:solidFill>
                <a:latin typeface="Arial"/>
                <a:ea typeface="Arial"/>
                <a:cs typeface="Arial"/>
              </a:defRPr>
            </a:lvl4pPr>
            <a:lvl5pPr algn="l">
              <a:defRPr sz="1125" b="0" i="0">
                <a:solidFill>
                  <a:srgbClr val="C2CDC4"/>
                </a:solidFill>
                <a:latin typeface="Arial"/>
                <a:ea typeface="Arial"/>
                <a:cs typeface="Arial"/>
              </a:defRPr>
            </a:lvl5pPr>
            <a:lvl6pPr algn="l">
              <a:defRPr sz="1125" b="0" i="0">
                <a:solidFill>
                  <a:srgbClr val="C2CDC4"/>
                </a:solidFill>
                <a:latin typeface="Arial"/>
                <a:ea typeface="Arial"/>
                <a:cs typeface="Arial"/>
              </a:defRPr>
            </a:lvl6pPr>
            <a:lvl7pPr algn="l">
              <a:defRPr sz="1125" b="0" i="0">
                <a:solidFill>
                  <a:srgbClr val="C2CDC4"/>
                </a:solidFill>
                <a:latin typeface="Arial"/>
                <a:ea typeface="Arial"/>
                <a:cs typeface="Arial"/>
              </a:defRPr>
            </a:lvl7pPr>
            <a:lvl8pPr algn="l">
              <a:defRPr sz="1125" b="0" i="0">
                <a:solidFill>
                  <a:srgbClr val="C2CDC4"/>
                </a:solidFill>
                <a:latin typeface="Arial"/>
                <a:ea typeface="Arial"/>
                <a:cs typeface="Arial"/>
              </a:defRPr>
            </a:lvl8pPr>
            <a:lvl9pPr algn="l">
              <a:defRPr sz="1125" b="0" i="0">
                <a:solidFill>
                  <a:srgbClr val="C2CDC4"/>
                </a:solidFill>
                <a:latin typeface="Arial"/>
                <a:ea typeface="Arial"/>
                <a:cs typeface="Arial"/>
              </a:defRPr>
            </a:lvl9pPr>
          </a:lstStyle>
          <a:p>
            <a:pPr algn="l">
              <a:defRPr sz="1125" b="0" i="0">
                <a:solidFill>
                  <a:srgbClr val="C2CDC4"/>
                </a:solidFill>
                <a:latin typeface="Arial"/>
                <a:ea typeface="Arial"/>
                <a:cs typeface="Arial"/>
              </a:defRPr>
            </a:pPr>
            <a:r>
              <a:rPr sz="1125" b="0" i="0">
                <a:solidFill>
                  <a:srgbClr val="C2CDC4"/>
                </a:solidFill>
                <a:latin typeface="Arial"/>
                <a:ea typeface="Arial"/>
                <a:cs typeface="Arial"/>
              </a:rPr>
              <a:t>Demo proposal, not a public service. No active collection, plant or project heat network.</a:t>
            </a:r>
          </a:p>
        </p:txBody>
      </p:sp>
      <p:sp>
        <p:nvSpPr>
          <p:cNvPr id="23" name="Rectangle 22">
            <a:extLst>
              <a:ext uri="{FF2B5EF4-FFF2-40B4-BE49-F238E27FC236}">
                <a16:creationId xmlns:a16="http://schemas.microsoft.com/office/drawing/2014/main" id="{4D5DEC4B-0505-43F4-BE27-8BAD80F04965}"/>
              </a:ext>
            </a:extLst>
          </p:cNvPr>
          <p:cNvSpPr>
            <a:spLocks noGrp="1"/>
          </p:cNvSpPr>
          <p:nvPr/>
        </p:nvSpPr>
        <p:spPr>
          <a:xfrm>
            <a:off x="9039225" y="6038850"/>
            <a:ext cx="2400300" cy="228600"/>
          </a:xfrm>
          <a:prstGeom prst="rect">
            <a:avLst/>
          </a:prstGeom>
          <a:noFill/>
          <a:ln w="0">
            <a:noFill/>
            <a:prstDash val="solid"/>
          </a:ln>
        </p:spPr>
        <p:txBody>
          <a:bodyPr wrap="square" lIns="0" tIns="0" rIns="0" bIns="0" anchor="t">
            <a:noAutofit/>
          </a:bodyPr>
          <a:lstStyle>
            <a:defPPr algn="l">
              <a:defRPr sz="1125" b="1" i="0">
                <a:solidFill>
                  <a:srgbClr val="C2CDC4"/>
                </a:solidFill>
                <a:latin typeface="Arial"/>
                <a:ea typeface="Arial"/>
                <a:cs typeface="Arial"/>
              </a:defRPr>
            </a:defPPr>
            <a:lvl1pPr algn="l">
              <a:defRPr sz="1125" b="1" i="0">
                <a:solidFill>
                  <a:srgbClr val="C2CDC4"/>
                </a:solidFill>
                <a:latin typeface="Arial"/>
                <a:ea typeface="Arial"/>
                <a:cs typeface="Arial"/>
              </a:defRPr>
            </a:lvl1pPr>
            <a:lvl2pPr algn="l">
              <a:defRPr sz="1125" b="1" i="0">
                <a:solidFill>
                  <a:srgbClr val="C2CDC4"/>
                </a:solidFill>
                <a:latin typeface="Arial"/>
                <a:ea typeface="Arial"/>
                <a:cs typeface="Arial"/>
              </a:defRPr>
            </a:lvl2pPr>
            <a:lvl3pPr algn="l">
              <a:defRPr sz="1125" b="1" i="0">
                <a:solidFill>
                  <a:srgbClr val="C2CDC4"/>
                </a:solidFill>
                <a:latin typeface="Arial"/>
                <a:ea typeface="Arial"/>
                <a:cs typeface="Arial"/>
              </a:defRPr>
            </a:lvl3pPr>
            <a:lvl4pPr algn="l">
              <a:defRPr sz="1125" b="1" i="0">
                <a:solidFill>
                  <a:srgbClr val="C2CDC4"/>
                </a:solidFill>
                <a:latin typeface="Arial"/>
                <a:ea typeface="Arial"/>
                <a:cs typeface="Arial"/>
              </a:defRPr>
            </a:lvl4pPr>
            <a:lvl5pPr algn="l">
              <a:defRPr sz="1125" b="1" i="0">
                <a:solidFill>
                  <a:srgbClr val="C2CDC4"/>
                </a:solidFill>
                <a:latin typeface="Arial"/>
                <a:ea typeface="Arial"/>
                <a:cs typeface="Arial"/>
              </a:defRPr>
            </a:lvl5pPr>
            <a:lvl6pPr algn="l">
              <a:defRPr sz="1125" b="1" i="0">
                <a:solidFill>
                  <a:srgbClr val="C2CDC4"/>
                </a:solidFill>
                <a:latin typeface="Arial"/>
                <a:ea typeface="Arial"/>
                <a:cs typeface="Arial"/>
              </a:defRPr>
            </a:lvl6pPr>
            <a:lvl7pPr algn="l">
              <a:defRPr sz="1125" b="1" i="0">
                <a:solidFill>
                  <a:srgbClr val="C2CDC4"/>
                </a:solidFill>
                <a:latin typeface="Arial"/>
                <a:ea typeface="Arial"/>
                <a:cs typeface="Arial"/>
              </a:defRPr>
            </a:lvl7pPr>
            <a:lvl8pPr algn="l">
              <a:defRPr sz="1125" b="1" i="0">
                <a:solidFill>
                  <a:srgbClr val="C2CDC4"/>
                </a:solidFill>
                <a:latin typeface="Arial"/>
                <a:ea typeface="Arial"/>
                <a:cs typeface="Arial"/>
              </a:defRPr>
            </a:lvl8pPr>
            <a:lvl9pPr algn="l">
              <a:defRPr sz="1125" b="1" i="0">
                <a:solidFill>
                  <a:srgbClr val="C2CDC4"/>
                </a:solidFill>
                <a:latin typeface="Arial"/>
                <a:ea typeface="Arial"/>
                <a:cs typeface="Arial"/>
              </a:defRPr>
            </a:lvl9pPr>
          </a:lstStyle>
          <a:p>
            <a:pPr algn="l">
              <a:defRPr sz="1125" b="1" i="0">
                <a:solidFill>
                  <a:srgbClr val="C2CDC4"/>
                </a:solidFill>
                <a:latin typeface="Arial"/>
                <a:ea typeface="Arial"/>
                <a:cs typeface="Arial"/>
              </a:defRPr>
            </a:pPr>
            <a:r>
              <a:rPr sz="1125" b="1" i="0">
                <a:solidFill>
                  <a:srgbClr val="C2CDC4"/>
                </a:solidFill>
                <a:latin typeface="Arial"/>
                <a:ea typeface="Arial"/>
                <a:cs typeface="Arial"/>
              </a:rPr>
              <a:t>skopje-circular.vercel.app</a:t>
            </a:r>
          </a:p>
        </p:txBody>
      </p:sp>
    </p:spTree>
    <p:extLst>
      <p:ext uri="{BB962C8B-B14F-4D97-AF65-F5344CB8AC3E}">
        <p14:creationId xmlns:p14="http://schemas.microsoft.com/office/powerpoint/2010/main" val="125477109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1961</Words>
  <Application>Microsoft Office PowerPoint</Application>
  <DocSecurity>0</DocSecurity>
  <PresentationFormat>Widescreen</PresentationFormat>
  <Paragraphs>196</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Vetra Dox</cp:lastModifiedBy>
  <cp:revision>1</cp:revision>
  <dcterms:created xsi:type="dcterms:W3CDTF">2026-10-17T12:11:05Z</dcterms:created>
  <dcterms:modified xsi:type="dcterms:W3CDTF">2026-10-17T12:12:11Z</dcterms:modified>
</cp:coreProperties>
</file>